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7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8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7" r:id="rId2"/>
    <p:sldId id="722" r:id="rId3"/>
    <p:sldId id="699" r:id="rId4"/>
    <p:sldId id="297" r:id="rId5"/>
    <p:sldId id="727" r:id="rId6"/>
    <p:sldId id="731" r:id="rId7"/>
    <p:sldId id="728" r:id="rId8"/>
    <p:sldId id="730" r:id="rId9"/>
    <p:sldId id="733" r:id="rId10"/>
    <p:sldId id="324" r:id="rId11"/>
    <p:sldId id="734" r:id="rId12"/>
    <p:sldId id="735" r:id="rId13"/>
    <p:sldId id="736" r:id="rId14"/>
    <p:sldId id="737" r:id="rId15"/>
    <p:sldId id="738" r:id="rId16"/>
    <p:sldId id="739" r:id="rId17"/>
    <p:sldId id="741" r:id="rId18"/>
    <p:sldId id="761" r:id="rId19"/>
    <p:sldId id="742" r:id="rId20"/>
    <p:sldId id="745" r:id="rId21"/>
    <p:sldId id="744" r:id="rId22"/>
    <p:sldId id="749" r:id="rId23"/>
    <p:sldId id="750" r:id="rId24"/>
    <p:sldId id="751" r:id="rId25"/>
    <p:sldId id="752" r:id="rId26"/>
    <p:sldId id="756" r:id="rId27"/>
    <p:sldId id="754" r:id="rId28"/>
    <p:sldId id="762" r:id="rId29"/>
    <p:sldId id="755" r:id="rId30"/>
    <p:sldId id="757" r:id="rId31"/>
    <p:sldId id="758" r:id="rId32"/>
    <p:sldId id="298" r:id="rId33"/>
    <p:sldId id="700" r:id="rId34"/>
    <p:sldId id="701" r:id="rId35"/>
    <p:sldId id="712" r:id="rId36"/>
    <p:sldId id="763" r:id="rId37"/>
    <p:sldId id="764" r:id="rId38"/>
    <p:sldId id="302" r:id="rId39"/>
    <p:sldId id="765" r:id="rId40"/>
    <p:sldId id="260" r:id="rId41"/>
    <p:sldId id="760" r:id="rId42"/>
    <p:sldId id="702" r:id="rId43"/>
    <p:sldId id="703" r:id="rId44"/>
    <p:sldId id="704" r:id="rId45"/>
    <p:sldId id="708" r:id="rId46"/>
    <p:sldId id="709" r:id="rId47"/>
    <p:sldId id="710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3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240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7" units="cm"/>
          <inkml:channel name="Y" type="integer" max="1740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2632" units="1/cm"/>
          <inkml:channelProperty channel="Y" name="resolution" value="1000.1149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9T07:51:38.0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4119 8913 201 0,'0'-1'126'0,"0"0"12"16,0 0-4-16,0 1 2 15,0 0-5-15,0 0-16 16,0 0-9-16,0 0-14 15,0 0-7-15,0 0-8 16,0 0-4-16,0-1-9 16,0 0-3-16,0-1-2 15,0 1-2-15,0 0-1 16,0 0 0-16,0 0 1 16,0 0 0-16,0 0-6 15,0 0-6-15,0 0-11 16,0 0-4-16,0 0-4 15,0-1-2-15,0 1-2 0,0 0-1 16,0 0-1-16,0 0-1 16,0 1-2-16,0 0 1 15,0 0 0-15,0 0 1 16,0 0 3-16,0 0 0 16,4 1-2-16,-4-1-1 15,3 1-5-15,-1 0 0 16,-1-1-3-16,1 5 0 0,-1 3-2 15,4 0 0-15,-1 0 0 16,0-1 0-16,-1 0 0 16,0 0-1-16,-1-3 0 15,2 1 0-15,-3-1-1 16,0-2-1-16,0 1-2 16,1 2 1-16,-1-2-1 15,0 1 1-15,0 1 0 16,0-2 2-16,-1 0 0 15,0 3 1-15,0-2 0 16,-1-1 0-16,0 1-1 16,1-2-1-16,0 1-2 15,0 0 1-15,1 2-2 16,0 1 1-16,1 0-1 16,0 1-1-16,0 1 1 15,0-1-2-15,1 0 1 0,1 1 0 16,-2-2 0-16,0-1-1 15,-1 0 1-15,1 3 0 16,1-2-1-16,0 1 1 16,-1-2-2-16,-2-3 1 15,0 0 0-15,1 1 0 16,0 2 0-16,1 1 0 16,-1-1 0-16,1-1 0 15,-1 0 0-15,-1-3 0 16,0 2 0-16,1-1 0 0,0 1 0 15,0 0 0-15,-1-1-1 16,1 0 0-16,-1-1 0 16,2 2 1-16,0 1-1 15,-1-1 1-15,-1-2 0 16,0 0 0-16,3 3 0 16,-3-4 2-16,0 0-1 15,0 0 1-15,0 0-1 16,0 0-2-16,0 0-29 15,0-1-60-15,0 0-241 16,0 0 218-16</inkml:trace>
  <inkml:trace contextRef="#ctx0" brushRef="#br0" timeOffset="839.61">4143 9093 269 0,'0'0'219'16,"0"-2"18"-16,0 2-72 16,0 0-30-16,0 0-29 15,0 0-6-15,0 0-8 16,4 0-2-16,-1 2-8 0,1-1-3 16,0 0-5-16,2 3-5 15,1-3-6-15,2 8-3 16,27 29-7-16,-30-29-3 15,0 1-4-15,-2 1-3 16,-4-2-5-16,4 3-2 16,-4-4-6-16,0-2-3 15,4 3-6-15,-4-3 0 16,4 6-2-16,4-1-1 16,-7-5-1-16,4-3 0 15,2-3 0-15,-3 0-1 0,0-1 0 16,-4 1 0-16,0-1-4 15,0 0 0-15,0 0-5 16,0 0 0-16,0-1-2 16,0 1-1-16,0 0 1 15,0 0 0-15,5-8 1 16,1 0 1-16,-1-7-1 16,11-22 1-16,-16 24-1 15,3 2 1-15,1 3-1 16,-2-1 0-16,-2 5-1 15,1-1 1-15,0 4 0 16,-1 1 0-16,0 0 0 16,0 1-1-16,0 0-2 15,0 0-1-15,0 0-1 16,-1 0 1-16,0 0-1 0,0 0 0 16,0 0-4-16,0 0-38 15,0 0-147-15,0 0-125 16,0 0 182-16</inkml:trace>
  <inkml:trace contextRef="#ctx0" brushRef="#br0" timeOffset="1603.51">4072 9181 431 0,'-2'-3'257'16,"2"1"-33"-16,-4-1-37 15,4 3-66-15,0 0-18 16,0 0-15-16,0 0-3 16,0 0 0-16,0 0-1 15,3 1-9-15,5 3-7 0,-1 0-18 16,4 3-6-16,25 18-13 16,-26-24-4-16,1 5-6 15,0-2-3-15,0 0-1 16,0 6-1-16,1-2 1 15,-2-1 3-15,-4-9 4 16,5 8 3-16,-9-8 0 16,7 4 0-16,3 2-4 15,-7-10-2-15,7 1-1 16,-8-2-1-16,7 6 0 16,-5 2 0-16,-3-1 1 15,2-1 2-15,-6-1 0 16,0 1 2-16,0 0-2 15,-1-5 0-15,0-1-2 16,1 1-2-16,1-2 0 16,1 2 1-16,1 0 0 0,1-2 0 15,0-1 1-15,0 0-3 16,-2 1-5-16,-1 0-3 16,0 3-5-16,0-1-1 15,0 3-5-15,0 0-36 16,0-1-165-16,0 1-195 15,0-1 241-15</inkml:trace>
  <inkml:trace contextRef="#ctx0" brushRef="#br0" timeOffset="3015.03">4333 9397 274 0,'-1'-1'181'16,"0"0"12"-16,0 0-31 16,-1 0-36-16,1-1-8 15,0 0-15-15,0 1-4 16,0-1-11-16,0 0-6 0,0 0-14 15,0-6-8-15,0 6-3 16,1 0-1-16,-1-1-1 16,-1 2 1-16,2 0-5 15,0 0-2-15,0 0-8 16,0 0-3-16,0 0-5 16,-1 0-2-16,0 0-1 15,0 0 0-15,0-1-2 16,1 1 1-16,0 1 0 15,0 0-1-15,0 0 2 16,0 0-2-16,0 4-2 16,1 1-2-16,1 4-5 15,1-2 0-15,-1 1-2 16,-1 1-1-16,0-1 0 16,0-1 0-16,0 0 1 15,2 2-1-15,0-3-2 0,-1 2-1 16,1 1-3-1,-1-3-1-15,-1 0 0 0,2-1-1 16,-2-1-1-16,0 1-1 16,1-1-2-16,-1-1 1 15,0 1 0-15,0-2-2 16,0 1 0-16,-1-1 0 16,0 2 0-16,1 1 1 15,-1-3 0-15,0 3 1 16,0-1-1-16,0-1 1 15,0 2 0-15,0-1 0 0,0 1 0 16,0-2 0-16,0-2-1 16,0 2 0-16,0-1-1 15,0 2-1-15,0 1-1 16,-1 0 0-16,0-2 0 16,1 1 0-16,0-2 0 15,0 2 0-15,0-1 0 16,0 0 0-16,1 2 0 15,0-1 0-15,2 0 0 16,-1 0 0-16,-1-1 0 16,0-1-1-16,1 3 1 15,-1-3 0-15,3 1-1 16,-1-2 1-16,-1 1 1 16,1-1-1-16,-3-1 0 15,4 1 1-15,-4-1-1 16,0 0 1-16,0 0 0 15,0 0-1-15,0 0-1 0,0 0-23 16,1 0-122-16,4 2-105 16,4-1 147-16</inkml:trace>
  <inkml:trace contextRef="#ctx0" brushRef="#br0" timeOffset="3740.11">4290 9610 251 0,'-3'-2'220'16,"7"2"22"-16,1 0-44 16,-5 0-23-16,0 0-28 0,0 0-8 15,0 0-14-15,0 0-7 16,0 0-19-16,0 0-8 15,0 0-16-15,1 0-7 16,3 2-10-16,-2-1-5 16,2 2-4-16,0 0-5 15,2 1-3-15,0-3-3 16,-2 2-5-16,3 2-1 16,3 5-4-16,24 22-1 15,-26-22-2-15,-1-3 1 16,-3-4-2-16,7 6 0 15,-4-7-3-15,-1 2-2 0,2-1-2 16,-3-3-1-16,1 2 2 16,1-1 1-16,-4-1 1 15,1 0 0-15,0 1 0 16,-4-2-1-16,0 0 0 16,0 0 1-16,0 0-1 15,0 0 0-15,0 0 0 16,0-2 0-16,1-8-2 15,1-1 0-15,9-30-3 16,-7 31-1-16,-2-2-1 16,1-1 0-16,-1 4 0 15,1-2 1-15,-1 2 0 16,2 1-2-16,-2 0-3 16,0 2-2-16,1 0-3 0,-1 2-1 15,1-1-2-15,0 2 0 16,-2-1-50-16,0 2-53 15,-1 2-229-15,0 0 212 16</inkml:trace>
  <inkml:trace contextRef="#ctx0" brushRef="#br0" timeOffset="5534.03">4507 9838 132 0,'-1'-3'119'0,"0"2"40"0,0 0-7 16,-1-3-14-16,1 2-3 15,0 1-7-15,0 0-6 16,0 0-11-16,1 0-4 16,0 0-9-16,0 0-4 15,0-1-8-15,-1 1-5 16,1 0-4-16,-1 0 0 15,0 0-2-15,1 0-1 0,0 0-4 16,0 0-3-16,0 0-9 16,0 0-2-16,0 1-7 15,0 0-3-15,0 0-8 16,0 0-4-16,0 0-6 16,0 0-3-16,1 1-3 15,2 2-1-15,-1 5-4 16,2-2 1-16,0 3-3 15,-2 0-1-15,3-2-1 16,27 31 0-16,-36-32 0 16,8 4-1-16,1-3 0 15,-3-2-1-15,9 3-1 16,-21-2-1-16,11 0-1 16,0-1-2-16,-1 1 2 15,12-2 0-15,-12 2-1 16,1-1 1-16,1-1-1 15,-2 1-1-15,1-1 1 16,0 1-2-16,1-1 0 0,-1 0-1 16,0 1-1-16,1-2 1 15,-2-3-1-15,0 0 0 16,0 0-1-16,0 0-1 16,0 0 1-16,0 0-1 15,0 0 1-15,0 0-1 16,3 4 1-16,1 3-1 0,-1-2 1 15,-1 0-1-15,2 2 1 16,-3-3-1-16,0 0 1 16,1 2 0-16,-1-3-1 15,1 2 0-15,-1 0 1 16,0-2-1-16,-1-2 1 16,0-1 0-16,2 2 0 15,-2-1 0-15,0 0-1 16,0-1 0-1,0 0 0-15,0 2 0 0,0-2 0 16,0 0-2-16,0 0-65 16,0 0-57-16,0 0-177 15,0 0-172-15,0-2 298 16</inkml:trace>
  <inkml:trace contextRef="#ctx0" brushRef="#br0" timeOffset="6260.51">4472 10056 424 0,'-28'10'287'16,"28"-10"-43"-16,2 1-40 16,0 0-34-16,-2-1-42 15,0 0-7-15,0 0-17 16,0 0-9-16,0 0-11 15,4 2-8-15,3 1-12 16,-1 1-7-16,1 0-14 16,1 0-6-16,-1 0-5 15,0 5-3-15,27 24-2 16,-30-25 1-16,3-5 0 16,-7 6-1-16,7 0-1 15,3-3-3-15,-2-1-3 0,7-2-2 16,-6 0-2-1,-3-1 0-15,2 1 0 0,-2-3 2 16,0 0 3-16,1 0 1 16,-2-3 1-16,3 0-1 15,0-3-3-15,-1 2-1 16,0 2-2-16,-2-3-3 0,2 2-1 16,-3-3 0-16,3 1 2 15,1 0 0-15,-1-1 4 16,0-3 1-16,-3 0 1 15,-1-1 1-15,-3-4-2 16,1 2-1-16,2-1-1 16,-3-1 0-16,0-1-1 15,-2 2 0-15,1 0-2 16,5 1-1-16,1 3-3 16,-2 1 0-16,1 2-2 15,-4 1-2-15,-2 0-2 16,2 1-2-16,2 1-2 15,-2 2 0-15,0-1-67 16,0 1-71-16,0 0-309 16,0 1 285-16</inkml:trace>
  <inkml:trace contextRef="#ctx0" brushRef="#br0" timeOffset="7528.73">4695 10251 226 0,'-5'-7'173'0,"1"6"39"16,4 1-25-16,3 1-31 15,-3-2-9-15,0 0-19 16,-2 0-6-16,1 0-10 16,0 0-4-16,1 0-7 15,0 0-7-15,0-1-11 16,0 2-4-16,0 0-3 15,0 0-4-15,0 0-8 16,0 0-5-16,0 0-9 0,4 7-3 16,0 2-8-16,4 7-2 15,8 19-6-15,-6-22-3 16,-6 2-3-16,0-6 1 16,-1 6-1-16,-2-4-1 15,3-2 2-15,0 1-3 16,-2-1 0-16,-1-1-2 15,2 1-1-15,-3-3 0 0,3 1-3 16,4-1-1 0,2 0-3-16,-5-3-2 0,-1 1-2 15,-4 2-1-15,-3-3-2 16,5 3-1-16,1-4-2 16,-2-2 0-16,0 0 0 15,0 0-1-15,0 0 0 16,0 0 1-16,0 0-1 15,0 0 0-15,0 0-2 16,1 0-22-16,2 0-92 16,-1 0-77-16,1-1-290 15,-2 0 302-15</inkml:trace>
  <inkml:trace contextRef="#ctx0" brushRef="#br0" timeOffset="8252.7">4705 10460 448 0,'0'-1'288'0,"0"0"-44"0,0 0-50 16,0-1-29-16,0 1-37 16,0 0-7-16,0 0-15 15,0 0-6-15,0 0-12 16,0 0-6-16,3 0-14 15,-3 0-9-15,6 1-10 16,-3 0-4-16,-3 0-6 16,6 3-1-16,-1-1-2 15,-2 9-3-15,5 1-5 16,20 30 0-16,-26-28-5 16,-2-1-2-16,0 1-3 15,-4-3-1-15,4-1-1 16,7 2-1-16,-5-3 0 15,5 0 1-15,1 1-2 16,-3-4 1-16,-5-5-3 0,5 1 1 16,-4 0-2-16,-1-2 0 15,0 0 0-15,0 0 1 16,0 0 1-16,0-2 1 16,0 1 1-16,0 0-2 15,0 0-2-15,2-4 0 16,2-5-2-16,0-1 1 15,17-29 1-15,-16 28 0 16,2-3 1-16,2-1-1 0,-4 0-1 16,0 1-1-16,5 3 1 15,-6-1-1-15,1 2 0 16,2 0-1-16,-7 0-1 16,1 2-2-16,1-2-3 15,0 4 0-15,-2 2-1 16,0 4-1-16,2 1-1 15,-2 0-19-15,0 0-111 16,0 0-97-16,0 0 134 16</inkml:trace>
  <inkml:trace contextRef="#ctx0" brushRef="#br0" timeOffset="9043.7">4646 10524 240 0,'-3'-3'202'15,"0"1"48"-15,2 0-15 16,1 1-62-16,0 0-22 0,0 0-27 16,0-1-11-16,0 1-12 15,0 0-3-15,0 1-11 16,0 0-5-16,0 0-6 15,4 0-5-15,7 4-7 16,-3-1-4-16,10 4-7 16,19 15-2-16,-23-13-6 15,1 0-2-15,-3 1-5 16,-4 0-3-16,5 2-3 16,-6 0-2-16,-3-1-2 15,1 0 0-15,-5-6 2 16,10 6-2-16,-8-8-3 15,1-3-2-15,3 0-8 16,-8-1-3-16,2 0-4 16,0 0-3-16,0 0-24 15,8-5-48-15,-3-1-203 16,0-3 181-16</inkml:trace>
  <inkml:trace contextRef="#ctx0" brushRef="#br0" timeOffset="9910.42">4912 10633 328 0,'-6'-3'214'0,"4"1"-15"16,0 1-55-16,-3-1-16 16,3 1-14-16,0 0-5 15,1 0-2-15,0 0-3 0,0 0-4 16,0 0-3-16,0 1-5 16,0 0-2-16,0 0-7 15,0 0-4-15,-1 0-7 16,1 0-3-16,-2 8-8 15,1-2-2-15,0 8-5 16,-2 24-4-16,7-28-7 16,2 7-3-16,1-5-5 15,-4 1-3-15,4 1 0 16,1 0-1-16,2 3 0 16,0-6 0-16,-3 3-2 15,-1-4-1-15,0-6-3 16,-1 4-1-16,1-1-1 15,-1 1-3-15,1 3-3 16,0-3-2-16,-1-2-4 16,1 0-2-16,-1-2-1 15,-1 4-1-15,-1-3 1 16,1 2 1-16,-3-2 0 16,0 0 1-16,-2-1 0 0,0-2 0 15,2-2-2-15,0 0-2 16,-1 0-1-16,0 0-1 15,0 0-1-15,0 0-1 16,0 0-12-16,0 0-34 16,0 0-93-16,0 0-81 15,-1 0-342-15,1 0 361 0</inkml:trace>
  <inkml:trace contextRef="#ctx0" brushRef="#br0" timeOffset="10663">4935 10977 349 0,'-34'-17'296'0,"24"13"32"0,5 2-95 15,0-1-28 1,1 2-56-16,1 1-13 0,3-1-17 16,-2 0-7-16,2 0-9 15,0 0-5-15,0 1-12 16,0 0-8-16,0 0-19 16,8 1-10-16,2 1-17 15,-1 1-4-15,-3 1-6 16,-2-2 1-16,1 2 0 15,2 5 1-15,-2-1-2 16,4 1-1-16,27 23-2 16,-25-25-2-16,1-3-2 15,0 0 0-15,0-2-2 16,-10 0-1-16,8 1-2 16,-2-2 0-16,-1 3 4 15,8-2 2-15,-10 0 6 16,1 1 2-16,-2-3 2 15,1 0 2-15,2-3-2 0,-1-1 1 16,-1-4-2-16,0 0 0 16,-1-3-1-16,1 0 0 15,-1-2-1-15,-1-3 0 16,2-4-1-16,0-2-3 16,2 1-3-16,2 1-1 15,-6 2-4-15,4 4 0 16,-8 4-2-16,-2 2-2 15,1 4-3-15,-4 3-3 16,3-1-1-16,-4 1-1 0,2 2-51 16,2-1-50-16,3-1-164 15,0 0-281-15,0 1 358 16</inkml:trace>
  <inkml:trace contextRef="#ctx0" brushRef="#br0" timeOffset="12132.16">5107 11263 206 0,'0'-1'155'16,"0"-1"11"-16,0 1-38 16,0 0-11-16,0 0-11 15,0 0-3-15,0 0-5 16,0 0 0-16,0-1-3 0,0 1-1 15,0 0-2-15,0 0-2 16,0 0 1-16,0 0 0 16,0 0 1-16,0 0 1 15,0 0-3-15,0 0-5 16,0-1-9-16,0 1-3 16,0 0-7-16,0 0-3 0,0 1-8 15,0 0-5-15,3 1-10 16,-1-1-2-16,4 4-5 15,5-2-1-15,-7 8-3 16,34 27-1-16,-31-29-3 16,-4-2-1-16,6 6-3 15,-6 3 0-15,5 2 0 16,-6-1-2-16,2-1 1 16,1-2-2-16,-4-1 0 15,7 1-1-15,-6-4-2 16,2-1 0-16,-1-2-3 15,-5-3-1-15,3-1-1 16,-1-2 0-16,0 0 1 16,0 0 0-16,-1-1-1 15,0 1-1-15,0-1-4 16,1 0-1-16,0 1-3 16,0 0 1-16,0 0-2 0,0 0 1 15,0 0 0-15,0 0-1 16,2 0 1-16,-2 0-1 15,0 0 0-15,6 4 1 16,-2 0-1-16,-3-4 0 16,0 2 0-16,2 2 0 15,-3-3 1-15,1 3-1 16,0-2 1-16,0 0-1 16,1-1 0-16,-1-1-1 15,0 1-4-15,-1-1-10 0,2 1-31 16,-2-1-23-16,0 0-65 15,0 0-46-15,0 0-144 16,0 0-191-16,0 0 332 16</inkml:trace>
  <inkml:trace contextRef="#ctx0" brushRef="#br0" timeOffset="12775.16">5103 11490 652 0,'-7'-2'337'0,"0"2"-101"0,1 0-14 16,2 1-56-16,2 0-22 15,1-1-18-15,1 0-5 16,0 0-10-16,0 0-6 16,0 0-18-16,0 0-11 15,2 1-21-15,7 5-10 0,3-4-11 16,29 36-5-16,-28-27-6 16,2 3-2-16,-3-2-3 15,-1 3 0-15,0-5-1 16,2 0-2-1,1 6-2-15,3-7-1 0,-6 4-1 16,-4-5-2-16,-2-3-1 16,1-1 0-16,-5-5-1 15,5 2 0-15,0-1 5 16,-6-1 2-16,7 1 6 16,-3-2 2-16,-5-3 0 15,5 2-1-15,0-1-3 16,-4-1-1-16,10 1-1 15,-7-5-1-15,0-3-2 16,3-1-1-16,-4-6 1 16,1 3 0-16,-2-5 3 15,2 3 0-15,-8-2 0 16,2 0 1-16,3 4-3 0,2 2 0 16,3 0-2-16,3 1-1 15,-1 3-3-15,-8-1 0 16,1 3-4-16,-5-1-1 15,3 3-2-15,2 4-1 16,7 2-30-16,-3 2-34 16,1 1-110-16,0 0-87 0,2 4 158 15</inkml:trace>
  <inkml:trace contextRef="#ctx0" brushRef="#br0" timeOffset="13546.39">5480 11769 307 0,'-1'-1'224'0,"-1"-2"33"16,-2 1-23-16,3 0-42 16,0 1-20-16,0 0-20 15,0 0-6-15,0 0-9 16,0 0-4-16,0 0-16 16,0 0-9-16,0 1-18 15,0 0-8-15,-1 0-14 16,2 0-3-16,2 9-7 15,2 5-2-15,11 26-6 16,-10-27-2-16,0 4-5 0,2-1-3 16,-7 2-2-1,6-3-4-15,3 2-2 16,1-2-2-16,6-3-3 0,-6-2 0 16,-2 4-2-16,-4-4 1 15,-1-1-2-15,1 3-1 16,-2-8-3-16,0 0-3 15,-1 0-4-15,-1-4-3 16,0-1-2-16,0-1-3 16,0 1-2-16,0 0-13 0,0 0-80 15,0 0-68 1,0 0-338-16,0 0 320 0</inkml:trace>
  <inkml:trace contextRef="#ctx0" brushRef="#br0" timeOffset="14640.13">5506 12077 434 0,'-1'1'301'0,"0"-1"-27"15,1 2-67-15,0-1-21 16,-1 7-45-16,1-3-5 16,1 0-12-16,0-1-6 15,-1-3-12-15,5 5-6 16,2-1-17-16,2-2-7 0,0 3-18 15,29 30-7-15,-28-31-12 16,2 5-4-16,1-1-8 16,-5-6-3-16,1 5-4 15,-2-5 0-15,0 1 2 16,3 5 2-16,-5-5 1 16,1 3 1-16,-3 3-1 15,-2-10 1-15,2 3 1 16,-2-1 0-16,-1-4 3 15,0 2 1-15,0 0 0 16,0-1 0-16,0 0-6 16,0 0-4-16,0 0-5 15,0 0-3-15,0 0-5 16,0 0 0-16,0 0-1 16,0 0 1-16,6-10 2 15,-4 5 1-15,1-4 1 0,13-29 1 16,-11 29 0-16,-3-4 0 15,2 2-2-15,-3-6 1 16,-1-1-3-16,0-2 0 16,-1-3-2-16,2 3 0 15,-2 2 0-15,2 2-1 16,2 3 2-16,-2 2 0 16,0 1-2-16,-2 3 1 0,-6-1-4 15,7 3 0-15,2 2-2 16,-2 2-2-16,0 2-12 15,0 0-33-15,0 0-95 16,0 0-77-16,0 0-493 16,1 3 475-16</inkml:trace>
  <inkml:trace contextRef="#ctx0" brushRef="#br0" timeOffset="15470.77">5768 12318 253 0,'-1'-2'205'16,"0"1"30"-16,0 0-52 16,0 0-16-16,-1 0-21 15,1 0-10-15,0 0-6 0,0 0-2 16,0 0-8-16,0 0-6 16,0 0-11-16,0 1-4 15,0 0-4-15,1 0-1 16,0 0-13-16,0 0-5 15,0 0-9-15,0 2-7 16,0 3-7-16,0-2-1 16,1 5-7-16,0-2-2 15,0 0-2-15,0 1-3 0,0-1-3 16,0 2-2-16,1 2-2 16,2-2-3-16,-1-1-4 15,-2-2-2-15,1-1-6 16,1 1-1-16,-2-1-2 15,2 2 0-15,-2-2 0 16,-1-3-1-16,1 2 0 16,-1-2-1-16,1 1-1 15,-1-1-1-15,0-1-3 16,0 0-1-16,0 0-3 16,0 0-6-16,0 0-58 15,0 0-44-15,0 0-155 16,0 0-98-16,1 0 224 15</inkml:trace>
  <inkml:trace contextRef="#ctx0" brushRef="#br0" timeOffset="16142.62">5795 12474 384 0,'-31'5'308'15,"28"-5"30"-15,-1 0-114 16,-1-2-22-16,5 2-47 15,0-1-11-15,0 1-8 16,0-1-4-16,0 0-9 16,0 0-8-16,0 0-19 15,0 1-10-15,0 0-22 16,8 0-9-16,0 1-14 16,-8-1-6-16,5 2-8 15,-1 0-1-15,2 3-5 16,5-4 1-16,-7 4-2 15,6 3 0-15,28 29 0 16,-33-31-1-16,6 5-4 16,-1-1 1-16,-1 0-4 15,1 4 0-15,-2-5-1 16,-2-6 0-16,0 2 1 0,1-3 0 16,-3 0 2-16,4 2 1 15,-4-4 0-15,3 0 0 16,-2-2-1-16,1-3 1 15,-2 0 1-15,1-2 2 16,0-3 4-16,-3 5 4 16,4-3-5-16,-1-3 0 15,-10-2-2-15,12-2-1 0,0-5 1 16,-2 0-1-16,12 5-1 16,-13-1 2-16,-2 7 1 15,-2 1-1-15,-2 3-8 16,-1 0-7-16,-2 2-7 15,-8 1-2-15,7-1-28 16,-1 0-39-16,4-1-122 16,5 3-91-16,-5 3 171 15</inkml:trace>
  <inkml:trace contextRef="#ctx0" brushRef="#br0" timeOffset="17127.32">6010 12820 344 0,'0'-5'241'0,"-1"1"-11"16,0 1-25-16,0 0-18 16,0 1-24-16,-1-2-7 15,1 1-15-15,0-1-7 16,0-1-11-16,0 3-8 16,0 1-9-16,0-3-4 15,0 0-14-15,0-1-8 16,1-1-17-16,0 5-6 15,0 0-9-15,0-2-5 16,0 2-4-16,0-3-2 0,0 3-2 16,0 0 0-16,0 0 0 15,0 0 1-15,0 0-2 16,0 0-2-16,0 1-5 16,0 0-4-16,0 0-2 15,0 0-1-15,0 0-1 16,0 0 0-16,0 0-1 15,2 1-2-15,2 2-1 16,-2-2 0-16,0 5-2 16,1 3 0-16,-2-3 0 15,2 2 0-15,-1-2 2 16,1-1-4-16,2 5-2 16,-1-5 1-16,1 1-3 15,0 0 2-15,0 1-6 0,1-2-2 16,0 1-1-16,-2-3-1 15,-2 0 4-15,0 1-1 16,2 0-1-16,0 0 0 16,-1 0 0-16,0 1 0 15,0-2 1-15,-2 0 0 16,1-1-1-16,8-1 1 16,-3 1-1-16,-3-1 0 15,1 0 0-15,-5-1-1 16,4 1-1-16,-4-1-4 0,0 0-62 15,0 1-44-15,0-1-139 16,1 4 147-16</inkml:trace>
  <inkml:trace contextRef="#ctx0" brushRef="#br0" timeOffset="18030.57">6094 12965 527 0,'-1'-2'273'0,"-3"1"-68"15,0 0-20-15,3 0-40 16,0 0-9-16,0 1-16 16,0 0-6-16,0 0-4 15,0 0-1-15,0 0-2 16,0 0-2-16,0 0-9 15,-1 0-7-15,1 0-13 16,0 0-7-16,1 0-11 16,0 0-5-16,1 4-5 15,2 2-3-15,-1-1-4 16,2 2-3-16,-1-3-2 16,1 2-2-16,10-1-2 0,28 30-1 15,-30-26-4-15,1-2-2 16,-6-2-5-16,0 5-3 15,3-3-5 1,-5-1-3-16,4 0-2 0,-5-3-1 16,2 1 0-16,-1 0 0 15,-2 0-1-15,-2-3 2 16,-1-3 1-16,0 1 2 16,0 1 2-16,0-1 1 15,0 1 1-15,0 0 1 0,0 0-1 16,0 0 2-16,0-1 1 15,0-1-1-15,-1 1 4 16,-1-3 0-16,2-10-2 16,2-2-2-16,6-32-3 15,-6 29-3-15,2-2 1 16,-2 3 0-16,5 3 0 16,-3 1 1-16,-4 2 0 15,-1-2 3-15,1 4-6 16,0 1-2-16,4 2-4 15,-2 2-6-15,-4 0 1 16,2 2-6-16,-1 3-52 16,0 0-42-16,0 0-132 15,0 0 10-15,1 0 127 16</inkml:trace>
  <inkml:trace contextRef="#ctx0" brushRef="#br0" timeOffset="19259.98">6311 13205 366 0,'-33'-15'242'0,"32"15"1"16,-6-2-33-16,11 1-43 15,-4 0-25-15,0 0-20 16,0-1-4-16,-1 1 0 15,1 0 1-15,0 0-1 16,0 0-6-16,0 0-14 16,0 1-8-16,0 0-14 15,0 0-7-15,3 4-11 16,1 4-1-16,-3 5-5 16,32 23-4-16,-26-25-4 15,6 5-2-15,-4-7-5 16,2 5-2-16,0-1-2 15,-3-5 0-15,2 6-4 16,-2-5 1-16,-3 1-3 0,-1 2-1 16,0-3 0-16,-1 0-2 15,1 2-5-15,-1-6-2 16,-1 1-4-16,2-2-2 16,-1-2-3-16,-1 1-3 15,-2-3-1-15,0 0-2 16,0 0-2-16,0 0-11 15,0 0-66-15,0 0-43 16,0 0-158-16,0 0-99 0,0 0 238 16</inkml:trace>
  <inkml:trace contextRef="#ctx0" brushRef="#br0" timeOffset="19947.46">6394 13429 621 0,'-1'-1'332'0,"0"0"-86"0,0-1-11 16,0 1-59-16,0 0-19 16,0 0-22-16,-1 0-14 15,1 1-19-15,1 0-11 16,0 0-20-16,0 0-8 0,0 0-13 15,5 7-5-15,0 4-8 16,2 1-1-16,18 24-3 16,-17-26-1-16,0-4-2 15,-3 0-2-15,5-1-2 16,-3-1 0-16,1 1 0 16,2 0 1-16,-5-2 1 15,1 2 0-15,-1-2-1 16,0-2-1-16,-2 3-2 15,2-2-1-15,0-3-2 16,-1 1 0-16,0-5 0 16,-1-1-1-16,0-1-2 15,-2-3 1-15,2-1-3 16,0 0-1-16,-2-2-1 16,1-1-1-16,1 2 1 15,1-2 2-15,0-3 2 16,0 2 0-16,-3-5 3 15,0 1-2-15,3-1-1 0,-1 1-3 16,-1 4-6-16,-2 1-2 16,-2 2-7-16,0 3 0 15,2 6-5-15,2-2-14 16,1 3-73-16,-3 1-48 16,0 0-167-16,0 1-145 15,0 0 291-15</inkml:trace>
  <inkml:trace contextRef="#ctx0" brushRef="#br0" timeOffset="21293.31">6698 13659 218 0,'-1'-2'157'16,"0"1"5"-16,0 0-31 0,0 0-8 15,0 0 7 1,0 0 1-16,0 0-2 0,0 0-2 16,0 0-9-16,0 0-2 15,-1 0-7-15,0-3-6 16,1 2-3-16,0 0-1 15,0 0-2-15,-2-3 1 16,2 3-8-16,-3-2-4 16,2 0-10-16,1 3-5 15,0 0-10-15,0-1-6 0,0 1-8 16,0 0-3-16,0 0-3 16,-1 0 0-16,1 0-4 15,1 0-2-15,0 1-3 16,0 0-1-16,0 2-1 15,8 15-2-15,17 28-1 16,-13-23-2-16,1-6-2 16,-7-4-2-16,9 5-4 15,-2-2 0-15,2 2-2 16,-2-3 1-16,-5 1-6 16,-1-3-2-16,-6-4-2 15,5 2-4-15,-4-4 3 16,0 1 0-16,0-2-1 15,-1-1 0-15,2-4 1 16,-3 0-2-16,0-1-13 16,0-1-22-16,0 1-65 15,0 0-46-15,0 0-143 0,0-2-64 16,0 1 217-16</inkml:trace>
  <inkml:trace contextRef="#ctx0" brushRef="#br0" timeOffset="21932.82">6792 13846 414 0,'-30'-1'290'15,"30"-1"-8"-15,0 2-57 16,0 1-15-16,0-1-22 15,0 0-14-15,0 0-22 16,0 0-15-16,0 0-30 16,0 0-7-16,0 0-20 0,0 0-9 15,0 0-10-15,4 5-6 16,4 2-4-16,2-1-3 16,30 30-6-16,-28-27 0 15,-1-1-7-15,0-2-2 16,2 0-3-16,-2-3-4 15,0-2-3-15,0 0-3 16,-3 0-2-16,-2 2 1 16,0-3 1-16,-2-2-4 0,-3-2 1 15,2-1-1-15,-3-2-1 16,3-1 4-16,0-5-2 16,-4 1-1-16,4-8-2 15,-3-1-1-15,-3-5 2 16,3 0-1-16,-3 6-2 15,-3 1 0-15,2 7-9 16,0 6-1-16,-2 6-2 16,3 0-2-16,1 1-3 15,1-1-3-15,1 0-70 16,0 0-47-16,0 0-153 16,3 4 163-16</inkml:trace>
  <inkml:trace contextRef="#ctx0" brushRef="#br0" timeOffset="22821.83">7116 14010 335 0,'-2'0'205'16,"1"0"5"-16,-1 0-30 15,1 0-20-15,0 0-3 0,0 0-13 16,0 0 2-16,0 0-5 16,0 0-5-16,-1 0-11 15,1 0-9-15,0 0-15 16,0 0-13-16,0 0-8 16,0 0-6-16,1 0-7 15,0 1-1-15,1 8-8 16,0-3-1-16,0 2-6 15,3 3-3-15,0-2-3 16,24 31-2-16,-14-25-5 16,-6-7-3-16,1 7-4 15,-9-9-2-15,2 0 1 16,5 3 0-16,1-1-7 16,4 3-1-16,-5-2-6 15,-5-3-1-15,1-2 3 16,6 1-2-16,1 1-2 15,1-4-3-15,-1 3-5 0,-8-1 0 16,2-4-2-16,-2 3-1 16,-3-4-1-16,0 0-2 15,-1 0-22-15,1 1-24 16,0 0-70-16,0-2-51 16,0 1-143-16,1 0-72 15,0 0 237-15</inkml:trace>
  <inkml:trace contextRef="#ctx0" brushRef="#br0" timeOffset="23393.69">7206 14271 547 0,'-5'-4'359'16,"3"3"-48"-16,-4-1-85 16,5 1-35-16,0 0-54 0,0 0-8 15,0 0-12-15,0-1-7 16,0 1-19-16,0 0-10 15,0 0-18-15,1 0-8 16,0 0-13-16,0 0-4 16,5 0-9-16,-1 1-3 15,3 1-5-15,4 2-3 16,-7-2-2-16,3 3-1 0,4 1 3 16,0 1 0-1,30 18 2-15,-26-19 1 16,-9-2-2-16,-3 0 1 0,2-3 3 15,-2 2 2-15,-3-2 10 16,0-1 2-16,0 0 3 16,0-1 3-16,0 1 0 15,0 0 0-15,0-10 1 16,1-6-3-16,4-34-9 16,-5 32-3-16,-4-1-10 15,2 0-2-15,-1 4-6 16,-1 8-3-16,2-4-6 15,-1 6-4-15,2 1-31 16,1 0-33-16,4 7-107 16,5 0-83-16,7 4 156 15</inkml:trace>
  <inkml:trace contextRef="#ctx0" brushRef="#br0" timeOffset="24277.92">7460 14336 419 0,'-1'-1'291'0,"0"0"-18"0,0 0-55 15,0 0-29-15,0 0-36 16,0 0-8-16,0 0-16 16,0-1-7-16,0 1-6 15,1 1-10-15,0 0-14 16,0 0-9-16,0 0-15 16,0 0-2-16,4 7-8 15,1 2-3-15,0-2-9 16,5 2-5-16,29 28-8 15,-29-27-1-15,5 3-5 16,-2 0 0-16,0 2-1 16,4 0 0-16,-3-3 2 15,7 2 1-15,-5-3-1 0,-1-3-2 16,-4 1-2 0,-4-3-2-16,1 1-1 0,-3-3-1 15,0-3-5-15,-4-3-2 16,-1 0-5-16,0 1-2 15,0 1-3-15,0 0-2 16,0 0-37-16,0 0-41 16,0 0-155-16,2-1-106 15,18-1 205-15</inkml:trace>
  <inkml:trace contextRef="#ctx0" brushRef="#br0" timeOffset="25243.15">7781 14450 659 0,'-38'-17'356'0,"35"12"-83"15,-2 1-17-15,1 1-60 16,0-1-22-16,-3 2-22 16,7-1-19-16,-5 1-25 15,2 2-12-15,2 0-24 16,0 0-9-16,0 0-10 0,0 0-8 15,0 0-6 1,0 0-1-16,1 0-6 0,2 9-1 16,1 2-4-16,4 1-3 15,24 30-4-15,-21-29-1 16,2 1-5-16,0-3-2 16,-4-2-2-16,4 3-1 15,-3-3-1-15,0 2-2 16,-4 0 0-16,0-2-1 15,0-2 0-15,-3-2-1 0,2-2 0 16,1 0 1-16,-3-2 0 16,-2-1 0-16,0 0 0 15,0-1 1-15,-1 0-2 16,0 0 1-16,0 0-1 16,0 0 1-16,0 0-1 15,-1 0-1-15,-5 1 0 16,-11 0-1-16,-26 6 2 15,23 1-1-15,0-1 3 16,1 8 2-16,5 0 2 16,2-7 0-16,3-1 0 15,2 0-1-15,2-2-2 16,-1-1-3-16,5 0-1 16,-3-6-2-16,10 5-1 15,-5-2-6-15,0 0-54 16,0 0-40-16,0-1-159 15,2 0-127-15,20 3 244 16</inkml:trace>
  <inkml:trace contextRef="#ctx0" brushRef="#br0" timeOffset="25775">8015 14659 738 0,'-4'0'379'0,"1"0"-118"16,1-1-19-16,0 0-73 16,1 1-19-16,1 0-19 15,0 0-13-15,0 0-15 16,0-1-3-16,0 0-15 16,0 1-5-16,1 0-10 15,1 0-9-15,3 1-7 16,-1-1-7-16,1 1-8 0,8 4-3 15,21 10-4-15,-20-8-1 16,-1 1-2-16,0-4-4 16,2 4-3-16,-7-2-1 15,-1-4-6-15,2 0-1 16,3 2-6-16,-1-3-1 16,1-1-2-16,0 3-1 15,-4-6-2-15,5 3 1 16,2 3-2-16,-3-2-1 0,2 4-2 15,-7-2-16-15,-3 0-67 16,0 0-46-16,3-2-181 16,2-1 194-16</inkml:trace>
  <inkml:trace contextRef="#ctx0" brushRef="#br0" timeOffset="26575.33">8385 14778 527 0,'3'-1'373'0,"-2"0"62"0,-1 0-106 15,0 0-93-15,1 0-39 16,0 0-72-16,1 0-13 16,-2 0-19-16,0 0-7 15,0 0-9-15,0-1-1 16,0 1-5-16,-1-3-2 0,-1-4-1 16,-3-2-8-1,-3-3-11-15,-26-22-6 0,22 25-12 16,-1 7-3-16,2-1-6 15,1-5-1-15,2 2-7 16,0 2-4-16,6 5-3 16,-1-2-3-16,3 2-1 15,0-1 1-15,0 0-2 16,0-1 0-16,0 1-1 16,0 0 0-16,0 0 1 15,0 1-1-15,0 0 0 16,0 0 0-16,5 1-1 15,1 0 1-15,2 2 0 16,0-1 1-16,1 0 0 16,2 1 2-16,27 11-1 15,-29-7 1-15,2 3 0 16,1 0-2-16,-2 1 1 16,0-8-1-16,-1 5-1 15,-3-4 0-15,0-2 2 0,-1 6 1 16,-1-5 3-16,0-2 2 15,-1 5 2-15,0-5-1 16,-3-1 0-16,0 0-1 16,0 0 1-16,0 0 1 15,-1 0 1-15,0 0 1 16,-2 4-2-16,-2 7-1 16,-8 1 1-16,-28 30-1 15,29-29 1-15,-2 0-2 16,5 0-2-16,-1-2-1 0,1-2-2 15,2-3-1-15,4-1-2 16,2-2-1-16,0-3-8 16,1-1-19-16,0 0-56 15,0 0-37-15,0 0-83 16,2-1-54-16,11-6-169 16,0 0-245-16,29-10 436 15</inkml:trace>
  <inkml:trace contextRef="#ctx0" brushRef="#br0" timeOffset="27310.89">8517 14772 576 0,'0'-1'369'0,"1"-2"-41"16,-1 1-70-16,0 1-26 15,0 0-46-15,0 0-16 0,0 0-30 16,0-1-12-16,0 1-18 16,0 0-10-16,0 0-15 15,0-1-9-15,0 1-18 16,0 0-7-16,0 0-17 15,1 0-4-15,9-4-6 16,-3 0-2-16,7 1-3 16,25-7-1-16,-23 11-5 15,-2-2-1-15,-7 1-5 16,1-2-1-16,-8 2-3 16,1 0 0-16,0 1-1 15,-1 0 0-15,0 0 1 16,0 0-1-16,0 0 2 15,0-1 0-15,0 1 1 16,-1-1-1-16,0 0-1 16,0 0 0-16,0 0-1 15,0 0 0-15,-10-4 0 16,7 3 1-16,1 0 0 16,-6-4 1-16,6 4 2 0,-4-3-1 15,6 3 1-15,-4-3 0 16,4 4 1-16,0 0 1 15,0 0 1-15,0 0 0 16,-1 0-1-16,1 0-1 16,0 0 0-16,1-1-2 15,0 2 1-15,0 0 0 0,0 0 1 16,0 0 0-16,6 8 0 16,1 2 0-16,-6-3 0 15,31 29-1-15,-36-28-1 16,5-1 0-16,1 2-2 15,-1-3 0-15,-3-1-1 16,-1 1 1-16,4 0-1 16,-3-1-1-16,-4-5-5 15,1 0-20-15,-1 1-68 16,3-2-45-16,2 1-127 16,0 0 158-16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7" units="cm"/>
          <inkml:channel name="Y" type="integer" max="1740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2632" units="1/cm"/>
          <inkml:channelProperty channel="Y" name="resolution" value="1000.1149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9T07:55:20.48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6">
        <inkml:traceFormat>
          <inkml:channel name="X" type="integer" max="12376" units="cm"/>
          <inkml:channel name="Y" type="integer" max="696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1-10-29T07:56:31.641"/>
    </inkml:context>
  </inkml:definitions>
  <inkml:trace contextRef="#ctx0" brushRef="#br0">20287 9679 167 0,'0'0'137'0,"0"0"37"0,0 0-26 15,0 0-21-15,0 0-10 16,0 0-7-16,0 0-5 16,0 0-8-16,0 0-4 15,0 0-13-15,0 0-6 0,0 0-19 16,0 0-3-16,0 0-7 15,0 0-2-15,1 6 6 16,-1-4-3-16,-1-2-5 16,0 0-3-16,0 0-8 15,0 0-5-15,0 0-4 16,-1 0-1-16,1 0-3 16,0 0-1-16,0 0-1 15,0 0-1-15,1 0-2 16,0 0 1-16,0 0-2 15,0 0 0-15,0 0 1 16,0 0 0-16,2 5 4 16,-1 0 2-16,0 4 4 15,-1-5 2-15,0 4 0 16,-1-6 0-16,0 1-2 0,0-3-1 16,0 0-4-16,0 0-3 15,0 0-5-15,0 0-2 16,0 0-1-16,0-1 0 15,1 0 2-15,0 0-2 16,0 0 1-16,0 0 0 16,0 0-1-16,0-1 2 15,0 1 4-15,0 0 0 16,0 0 5-16,0 1 0 16,0 0 0-16,0 0-1 0,1 2 0 15,3 9 0-15,-3-5-1 16,-1-3-1-16,-1 4-3 15,0-7-1-15,0 0-3 16,0 0-1-16,0 0 0 16,0 0-2-16,0 0 2 15,-1 0-1-15,1 0-2 16,0-1 2-16,0-1-1 16,0 1 1-16,1 0 1 15,0 0 0-15,0 0 2 16,0 0 1-16,0 1 1 15,0 0 0-15,0 0 6 16,0 0 0-16,0 0 3 16,0 0 1-16,0 0-3 15,0 0-1-15,0 0-4 16,0 0-4-16,0 0-8 16,0 0-15-16,0 0-122 0,0 0-119 15,0-1 156-15</inkml:trace>
  <inkml:trace contextRef="#ctx0" brushRef="#br0" timeOffset="8875.04">20312 9734 84 0,'0'0'72'0,"0"0"19"16,0 0-9-16,0 0-18 0,0 0-3 16,0-1 0-16,0 1 2 15,0 0-3-15,0 0-7 16,0 0-9-16,0 0-5 16,7-1-1-16,-2 0 1 15,4 0-3-15,0 0-4 16,1 0-8-16,28 2-7 15,-26 2-9-15,2-1-2 16,3 2-3-16,-3-1-1 16,1 0 0-16,-2-1-2 15,-4-2 1-15,11 7 0 0,-7-1 0 16,-1-1 0-16,1 0-1 16,-6-2 0-16,5 3 1 15,-1 2-1-15,6-2 1 16,-1 4-1-16,3-1 0 15,-1-7 1-15,-1 1-1 16,-2-3 1-16,3 0-1 16,1 6 0-16,-2 0 0 15,3 1 0-15,-3-3 0 16,2-1 0-16,0 2 0 16,-2-2 0-16,4 4 0 15,0-3 1-15,-1 2-1 16,-1-1 0-16,0-2 0 15,-1 1 0-15,-5-4 0 16,8 4 0-16,-1-1 1 16,0 2-1-16,2 1 0 15,-7-4 0-15,-1 3 0 0,0-2 0 16,-2 1-1-16,0 3 1 16,3-2 0-16,-2 0 0 15,3-2 0-15,2 0-1 16,-6-1 0-16,3 2 0 15,-1-1 0-15,-1 0 0 16,4 1 0-16,-4-2-2 0,-2 1-1 16,-1-2-1-16,2 2-2 15,-1-1 0-15,-1 0-1 16,3 2 2-16,-2-2-1 16,-1 1 0-16,2 1-1 15,-4-2-1-15,0 0 1 16,0 3 0-16,-1-2 1 15,1 0 1-15,1 1 3 16,0-2 1-16,-3-1 1 16,3 1 0-16,0 1 0 15,3 0 1-15,-5 0 0 16,-1-1 0-16,-4 0-1 16,-2 0 1-16,0-2-2 15,0 0 1-15,8 2-1 16,7 1-1-16,20 6 1 15,-20-6 0-15,5 0 2 16,-4-1 0-16,9 4-1 16,-8-4 0-16,1 1-1 0,3 1-1 15,-4 0-8-15,0 0-9 16,1 2-7-16,1 0-1 16,-1 1 6-16,2-2 8 15,-2 0-3-15,0 2-7 16,3 0-13-16,0 1-5 15,2 2-3-15,-2-6 5 16,-2 0 9-16,0 5 7 0,7-2 6 16,1 2 2-16,2-1 1 15,5 3 0-15,-4 0 6 16,-1-8 4-16,4 7 4 16,-3-4 1-16,-5-1 0 15,3 8 0-15,-4-5 0 16,1 2 0-16,1 2 0 15,-3-5 0-15,-1 1 1 16,2 3-1-16,-1-4 1 16,4 2 0-16,3 6-1 15,-9-11 1-15,6 4 0 16,-2-1 0-16,0-3 0 16,5 3-1-16,-2 0 1 15,-2-3-1-15,0 4 2 16,-1 0-1-16,1-4 1 15,-1 5 1-15,0 0 1 16,2-2 1-16,-1 3 1 0,1-1 1 16,-1-4-1-16,-3 0 1 15,8 1 2-15,-3-1 1 16,5 2 4-16,2-1 1 16,0-1 3-16,1 0 0 15,-3-2 3-15,-1 1 4 16,-3 2 6-16,4-1 1 0,1 3-1 15,-1-2-3-15,-1 2-8 16,-6 1-4-16,1 1-7 16,5-2-4-16,-4 1-2 15,7-1 0-15,6 0 2 16,2-2 1-16,5 3 1 16,-1-1 0-16,-7 0-1 15,-3 0-1-15,0 2-1 16,-3-3 1-16,0 6 2 15,-2-4 3-15,5 0 1 16,14 1-1-16,4-2-2 16,2 5-2-16,-2-2-2 15,-10-1-1-15,-3-2-1 16,1 2-1-16,-7-1 0 16,0 6 1-16,6-4 0 15,4-2 2-15,17 3 4 16,1-3 1-16,-1 4 2 0,-5-2-2 15,-12 1-3-15,-4-6-2 16,-6 3-1-16,8 1 0 16,6-3 0-16,15 5 1 15,1-4 1-15,-5-1 0 16,-6-2-2-16,-5 4 0 16,-11-1-1-16,-6 2 0 15,-1 0-1-15,6-3 1 0,19 3 0 16,11-2-1-16,2 1 1 15,-9-3-1-15,-9 1 0 16,-7 0 0-16,-9 0 0 16,-1 2 0-16,-1-2 0 15,-6-1-1-15,17 0 1 16,6 0 0-16,5 2 0 16,2 1 0-16,-8-2-1 15,-7 1 1-15,-3-2 0 16,0 2-1-16,-6-1 1 15,-3 2 0-15,-1-1 0 16,8 2 0-16,10-3 0 16,7 3 0-16,-1 0 0 15,-2-2 0-15,-5 2 0 16,-2-3-1-16,-3 2 1 16,-2 1-1-16,-6-6 0 15,1 6 0-15,5-3 0 0,2-3 0 16,10 7 1-16,-3-4-1 15,-4 0 0-15,-4 2 0 16,-5-1 0-16,1 0 0 16,-3-2 0-16,-1 5 0 15,-2-2 0-15,-2-1 0 16,0 0 0-16,0-4 0 16,6 2 0-16,1-1 1 0,1 0-1 15,0 6 1-15,-9-9-1 16,-1 1 1-16,-3 3-1 15,0-4 0-15,-2 3 0 16,0 2 0-16,-4-1 1 16,-1-3-1-16,0 0 0 15,-1 0 0-15,-1-2 0 16,2 6 0-16,2-2 0 16,-2-2 1-16,-1-1-1 15,-4-1 0-15,-6-2 1 16,6 3-1-16,-5-2 0 15,3 2 1-15,-5 0-1 16,0-2 1-16,0 0-1 16,0 0 0-16,-3 0 0 15,-2 0 1-15,0 0-1 16,0 0 1-16,0 0-1 16,0 0 1-16,0 0 0 0,0 0 0 15,0 0 2-15,0 0-1 16,0 0 1-16,0 0 1 15,2 0 0-15,2 1 3 16,-4-1 5-16,4 0 1 16,-4 0 2-16,0 0 0 15,2 0 0-15,-1 0 1 16,10 4 1-16,-7-3-1 16,0 0 2-16,0 0 1 0,-2-1 4 15,4 2 2-15,-2-1-1 16,-4-1-4-16,2 0-5 15,-1 0-2-15,3 1 0 16,-1 0 2-16,1 1 2 16,-2-2 0-16,1 0 0 15,-1 1-2-15,-1-1-1 16,-1 0-2-16,0 0-2 16,0 0-2-16,0 0-1 15,0 0-1-15,0 0-4 16,0 0-20-16,0 0 13 15</inkml:trace>
  <inkml:trace contextRef="#ctx0" brushRef="#br0" timeOffset="18465.59">27874 11374 245 0,'-1'-1'139'0,"0"0"-10"0,0 0 1 15,0 0-7-15,0-1-9 16,0 1-15-16,0 0-4 16,0 0-4-16,-1 0-2 15,1 0-6-15,0 0-1 16,0 0-11-16,0 0-2 15,0 0-2-15,0 0-4 16,-4-6-4-16,2 0-4 16,-1-1-7-16,-1-1-3 0,-23-25-6 15,16 26-1-15,-1 2-2 16,3 0-1-16,7 2-3 16,2 1-2-16,-1-2-4 15,2 4-2-15,-1 0-5 16,0 0-2-16,0 0-5 15,0 0-4-15,0 0-3 16,1 1-2-16,0 0 0 16,0 0 0-16,0 0 0 15,0 0 0-15,2 6 0 16,4 5-1-16,-2-3 0 16,26 26 1-16,-23-24-2 15,0-4 1-15,-2 5 0 16,3 1 0-16,-1-3 0 15,0 0-1-15,0-1 1 16,0 0 1-16,-1 0-1 0,-1 1 1 16,0-4 0-16,0 0 1 15,-3 0 2-15,1-4 2 16,-1 2 2-16,-2-3 0 16,0 0 2-16,0 0 0 15,0 0 1-15,-1 0 0 16,0 0 0-16,1 0-2 15,0 0-2-15,0 0-3 16,0 0 0-16,-1 0-1 0,-1 0-1 16,2 0 0-16,0 0 0 15,-1 0 1-15,0 0 0 16,0 0 1-16,0 1 2 16,-2 3-1-16,1-2 0 15,-4 0 0-15,-5 1 1 16,6 1 1-16,0 1 0 15,-7-2 0-15,7 3 2 16,-31 27 1-16,25-30 2 16,3 2 1-16,-5 0 0 15,1-1-1-15,-1 2-2 16,4-2-3-16,8 1-2 16,-3 1-1-16,2-3 0 15,2 2 0-15,-4-4-1 16,3-1-1-16,0 0-1 15,0 0-1-15,0 0 0 16,0 0 1-16,-1 0-1 0,1 0 0 16,0 0-1-16,1-1-1 15,-1-1-5-15,1 1-25 16,0 0-131-16,0-5-111 16,2-5 162-16</inkml:trace>
  <inkml:trace contextRef="#ctx0" brushRef="#br0" timeOffset="62979.34">27855 11408 117 0,'0'-1'96'15,"0"0"26"-15,0 0-6 16,0 0-4-16,0-1-11 0,0 1-12 16,0 0-7-16,0 1-10 15,0-1 0-15,0 0-1 16,0 1 0-16,0 0-4 16,0 0-3-16,-2 0-6 15,1 0-3-15,0 0-9 16,0 0-1-16,0 0-7 15,0 0-3-15,0 0-1 16,0 0 1-16,0 0 4 16,0 0 0-16,-5 1-3 15,1 0-3-15,0-1-7 16,0 1-3-16,2-1-3 16,-2 0 0-16,4 0 2 15,-1 0 2-15,-6 3 0 16,3-1 0-16,-4 0 1 0,-2 2-2 15,8-3-3-15,-7 3-3 16,-24 13-4 0,30-15 0-16,-8 2 0 15,1-1 1-15,-1-1-2 0,-3 1 0 16,4 2-2-16,2 1-1 16,-8 0-2-16,4-1 1 15,-7 1 0-15,-1-6-1 16,5 4-1-16,0-2 0 15,-1 2-2-15,0 1 0 0,0-1 0 16,-2 1-1-16,-1 1 0 16,0 2 0-16,-5-2-1 15,1 1 0-15,-1-1 0 16,1 0-1-16,1 2 1 16,2-4-1-16,4 3 2 15,-6-2-1-15,0-1 0 16,-3 1 1-16,-2 1-1 15,0-1-1-15,2 3 1 16,2-2-1-16,-6 0 0 16,5 0 0-16,-1-1-1 15,-1 1 1-15,1 2-1 16,0 1 0-16,-1-4 0 16,-3 1 1-16,-1-5-1 15,2 2 0-15,4 7 0 16,0-1 1-16,-3-1-1 15,-3 2 1-15,-8-4-1 0,2 2 1 16,0 2-1-16,-1-5 0 16,4 1 1-16,-4 0 0 15,3-1-1-15,2 2 0 16,-7-2 1-16,4 2-1 16,1 2 0-16,-6-4 0 15,2 2 1-15,-7-1-1 0,-4-1 1 16,-1 3-1-16,2 3 1 15,3-2 0-15,-4 0-1 16,6-2 1-16,-2-5-1 16,4 2 0-16,3 1 1 15,-6 0-1-15,1 1 1 16,-1-1-1-16,-3-2 0 16,0 1 1-16,3 2-1 15,-9 0 0-15,5 0 0 16,3-1 0-16,-9-1 1 15,2 1-1-15,-2 2 1 16,-7-3-1-16,3 3 0 16,6-1 1-16,-1-1-1 15,4 0 1-15,-4-3-1 16,-6-1 2-16,0 0 0 16,-5 3 0-16,6-2 1 15,1 2 0-15,5-2 0 0,2 1-1 16,6-1 0-16,-3-2 1 15,-1 1-1-15,-1-1 0 16,0 0 0-16,5-1-1 16,4 1 0-16,0-1-1 15,2 1 1-15,-5-1 0 16,8 1 0-16,-1-1 1 16,0 1 3-16,0 0 0 0,-6 0 3 15,1 1 1 1,-2 1 0-16,1 1 0 0,-3 2-2 15,-2-2 0-15,0 2 1 16,3-1-1-16,2-1 1 16,2 1 0-16,0 2 0 15,-9-2 0-15,0 3-3 16,-3-2 1-16,2-1-2 16,2 2-2-16,-1-1 1 15,5 0-1-15,5 1 0 16,4 0 0-16,0-2-1 15,-6 1 1-15,-3-1 0 16,-1 0-1-16,1 3 1 16,2 0 0-16,-1 0 1 15,0 0 0-15,4 2-1 0,2-2 1 16,3 1 0-16,0 2-1 16,2-3-1-16,-2 4 1 15,3-4-1-15,1-1 0 16,-1-3 0-16,4 2 0 15,3-1 0-15,-1 4 1 16,3 1-1-16,1-6 1 16,-3-1 0-16,2 3 0 15,0-5 0-15,2 2-1 0,4 8 0 16,-2-4-1 0,2 4 0-16,0-2 0 15,5 4 1-15,-2-10-1 0,4 7 0 16,-2-1 0-16,2-6 1 15,-1 2-1-15,-2-4 0 16,2 3 0-16,-4-2 1 16,4 5-1-16,0-3 0 15,-3 2 0-15,2-5 0 16,0 0 0-16,0 0 0 16,1 3 0-16,1 2 0 15,-3 0 0-15,4 1 1 16,1-7-1-16,2 3 1 15,-1 1-1-15,1-1 0 16,-1 2 0-16,2 1 0 16,-2-5 0-16,2 1 0 15,-1 1-1-15,-1-1 0 0,2 2-2 16,0-3-15-16,-1 5-23 16,2-8-124-16,-2 2-108 15,1 3 167-15</inkml:trace>
  <inkml:trace contextRef="#ctx0" brushRef="#br0" timeOffset="64785.7">21799 12128 285 0,'0'-1'177'15,"0"0"3"-15,0 0-7 16,0 0-22-16,0 0-16 15,0 0-26-15,0 0-13 16,0-1-15-16,0 1-5 0,0 0-9 16,0 0-2-16,0 0-9 15,0 1-1-15,0 0-6 16,0 0-1-16,0 6-5 16,-1 0-2-16,-2 2-6 15,-1 1-1-15,-3 6-2 16,-14 23 1-16,11-28 1 15,0 0-1-15,0-5-1 16,-2 5 0-16,2 2 0 16,-2 1 1-16,2-3-4 15,1 0-2-15,0-6-7 16,2 2-1-16,-3-3-6 16,4 2-1-16,3 1-3 15,-1-4-2-15,5 5-1 16,-2-2-1-16,0-2 0 15,0 0-1-15,0-3 0 0,1 0 1 16,0 0 0-16,0 0 2 16,0 0 0-16,-1 0 0 15,0 0-1-15,0 0 0 16,-1 0 1-16,1 0 0 16,0 0 2-16,0 4 1 15,0-3 3-15,0 0 0 16,0 2-1-16,0-2 0 0,-1 2-3 15,-2 1-2 1,2-1-2-16,1-2-1 0,-2 2-1 16,2-2-1-16,-2 1 0 15,2 2 0-15,0-4-1 16,1 3 1-16,0-2-1 16,0 1 1-16,0 1-1 15,0 1 1-15,1-1 0 16,0 0 1-16,2 2 0 15,-1-2-1-15,9 1 1 16,-1 1-1-16,26 24 1 16,-26-27 0-16,3 1 0 15,2-1 0-15,0 0 0 16,2-2-1-16,-3 0 0 16,-2 0 1-16,1-2-1 15,-4 1 2-15,1-2-2 16,-1 1 0-16,-4 0-2 0,1-1-2 15,-4 1-60 1,0-2-76-16,-3 4 89 0</inkml:trace>
  <inkml:trace contextRef="#ctx0" brushRef="#br0" timeOffset="70661.1">21720 12392 141 0,'-1'-1'104'16,"0"1"24"-16,0 0-1 16,0 0-12-16,-1 0-11 0,1 0-28 15,0 0-11-15,0 0-18 16,0 0-4-16,0 0-3 15,0 0 0-15,0 0-1 16,0 0-4-16,0 0-8 16,-1 0-2-16,2 0-7 15,0 0 1-15,0 0-1 16,0 0 0-16,0 0-2 16,0 0-3-16,5 1-5 15,3 1-2-15,-3-1-3 16,4 0 0-16,-2 0-1 15,1 1 0-15,4 0 0 16,24 8-1-16,-25-10 0 16,0 1 0-16,-1 1 0 15,2-1 0-15,0-1 0 16,2 0 0-16,4 0 0 16,-3 0 0-16,0 1 0 15,3 0 0-15,-4 0 0 16,-2 0 1-16,0-1-1 0,-6 1 0 15,1 1 0-15,11 1 0 16,-8-2 0 0,-6 0 0-16,2 0 0 0,8 0 1 15,2 1 0-15,0-2 0 16,-1 2 2-16,6 1 0 16,2-2 3-16,-8 1 0 15,0-1 1-15,-1 0-1 16,0-1 1-16,0 1 0 0,0 0 1 15,2 1 0-15,-1-2-2 16,1 0-1-16,2 1-1 16,-1 0-1-16,-1-1-2 15,-1 0 1-15,2 0 0 16,3 0-1-16,-2 0 0 16,1 0-1-16,-1 0 1 15,-6-1-1-15,8 1 0 16,-3 1 0-16,-4-1 0 15,4 1 0-15,-6-1 0 16,1 0-1-16,9 1 1 16,-6-1-1-16,5 1 1 15,-2-1-1-15,-2 0 1 16,4 0 0-16,0 1-1 0,0 1 1 16,-4 2 0-16,3-3-1 15,-3-1 0-15,3-1 0 16,2 1 0-16,0 1 1 15,1 0-1-15,1 2 0 16,0-2 0-16,-1 0 0 16,1 0 0-16,-2-1 0 15,2 3 1-15,-2-3-1 16,1 1 0-16,2 1 1 16,-3 0-1-16,6 2 0 0,-1-2 0 15,-3 0 0-15,2-1 0 16,-2 0 0-16,1 1 0 15,3 0 0-15,-2 3 0 16,0-5 1-16,4 2-1 16,-4-1 0-16,-1 1 0 15,-4 0 0-15,1 2 0 16,-5-3 0-16,5 0 0 16,3 3 0-16,-6-3 0 15,6 1 0-15,-4 1 0 16,2-3 1-16,6 1-1 15,0 0 1-15,0-1 0 16,-2 1 0-16,-5-1 0 16,2 0 0-16,-2 0 0 15,1 0 1-15,3 0-1 16,-2-1 0-16,7 1 1 0,-7 0-1 16,-3 0 1-16,6 0 0 15,-7 0-1-15,9 0 0 16,-1 0 0-16,-4-1 0 15,4 1-1-15,1 0 1 16,1 0 0-16,5 1 0 16,-4-1 0-16,-3 0 0 15,3 0 0-15,3 1 0 0,-1 1-1 16,4-2 0 0,2 1 0-16,-6-2 0 0,1 0 0 15,-2 0 0-15,6 1 0 16,8-1 0-16,1 1 0 15,5 0 1-15,-5 0-1 16,-3 0 0-16,6 0 0 16,0 0 0-16,-1-1 0 15,-2 0 0-15,5-3 0 16,1 1 0-16,7 2 0 16,2-1 0-16,5 1 0 15,1 1 0-15,-5-3 0 16,0 1 1-16,2-1-1 15,-2 1 0-15,6 0 0 16,-1-2 1-16,-3 1-1 16,0 1 0-16,-8 0 1 15,2 0-1-15,-2-2 0 0,-3 1 1 16,4 0-1-16,-7 2 0 16,-8-1 1-16,1 0-1 15,-4 1 0-15,4-1 0 16,-1-2 0-16,-3 0 1 15,1 1 0-15,-9-1-1 16,4 1 0-16,-1 1 1 16,-4 0-1-16,2 2 1 15,-7-1-1-15,1 1 0 0,1 0 1 16,2-1-1-16,-1 1 1 16,-1 0 0-16,-4-1-1 15,5 1 0-15,-7-1 1 16,3 0-1-16,-4-2 1 15,-2 2 0-15,2-1 1 16,-1 0 0-16,4 2 4 16,-5 0 2-16,0 0 0 15,-2 0 0-15,-1-1-4 16,0 0-1-16,-1 1-2 16,-1 0 0-16,-1 1 1 15,-1-1 0-15,0 0 4 16,-1 0 1-16,1 2 1 15,1 0 0-15,1 2-1 16,-2-3-2-16,0-1-2 0,0 1 1 16,1-1 0-1,1 2 1-15,1-1 0 0,3 1-1 16,-5-1-1-16,1 0 0 16,-6 0 1-16,0-1 0 15,4 2 2-15,-3-1 0 16,4 0 3-16,-4 0 1 15,-4-1 0-15,7 1 0 0,-7-1-1 16,4 0-1-16,0 0-2 16,-1 1 0-16,-2-1-2 15,5 2-1-15,-2-1-1 16,-5-1 0-16,2 0 0 16,-5 0 0-16,0-1 0 15,0 1 0-15,0 0 0 16,0 0 0-16,5 0-1 15,-1 0 1-15,3 0-1 16,-4 0 1-16,-3 0-1 16,4-1 2-16,-4 0-1 15,2 0 1-15,7 1 2 16,-7 0 0-16,-2-1 3 16,0 0 0-16,0 0 0 15,0 0 0-15,0-1-5 16,0 1 0-16,0 0 0 15,-1 0-1-15,0 0 1 16,-1 0-1-16,1 0-1 0,0 0 0 16,-2-1 1-16,1 1 0 15,-15-9 0-15,-18-11-1 16,30 18 1-16,-9-2 1 16,11 4 2-16,0 0 3 15,-6-2 3-15,3 1 1 16,-1-2 2-16,1 2-2 15,0 0 0-15,0 2-1 16,-2-1-3-16,8 0-2 0,0 1-2 16,0 0-1-16,0-1 0 15,-1 1-1-15,1 0 0 16,0 0 1-16,0 0 1 16,-1 0 0-16,0 0 0 15,1 0-1-15,0 0 0 16,0 0-1-16,0 0-1 15,0 0 1-15,0 0 0 16,0 0 0-16,0 0 0 16,0 0-1-16,0 0 2 15,3 1-1-15,4 2 2 16,-7-3 1-16,3 1-2 16,-3-1 1-16,0 0 0 15,8 3 1-15,-8-3 1 0,2 1 2 16,2 1 3-1,-4-2 0-15,0 0 0 0,0 0 1 16,0-2-3-16,0 1 1 16,0 0 0-16,-1 0-1 15,0 0-1-15,0 0 0 16,-1-1-3-16,-13-8-1 16,-28-26 1-16,31 30 0 15,1 5 3-15,1-1 0 16,3 2 0-16,2-4-1 15,-1-2-2-15,3 4 0 0,1 0-2 16,1 3 1-16,1-1-3 16,0 0 1-16,0 0 0 15,0 0 0-15,0 1-1 16,4 7 1-16,0-1-1 16,1-1 0-16,-1 1 0 15,4 0 0-15,2 0-1 16,28 27 1-16,-30-27 0 15,4 0 0-15,-8-3 0 16,7 3-1-16,-4-3 1 16,-5 0 0-16,1 1 0 15,0-3 1-15,-3-2 0 16,0 0-1-16,0 0 0 16,0 0 0-16,0 0 2 15,0 0 0-15,0 0 1 0,0 0 0 16,0 0 1-16,0 0-1 15,0 0 0-15,0 0 0 16,0 0 1-16,0 0 1 16,-1 0 1-16,0 0-2 15,-4 7-1-15,-1 0 0 16,2 1 0-16,-2 0 1 16,1-1 0-16,-1 0-1 0,1 2-1 15,-20 25-2-15,19-28-1 16,-2-2-2-16,2 0-29 15,-5-2-47-15,3 1-143 16,3 2-145-16,-6-2 223 16</inkml:trace>
  <inkml:trace contextRef="#ctx1" brushRef="#br0">27855 17312 0,'0'0'16,"0"0"-1,0 0 1,0 0 0,0 0-1,0 0 1,0 0 0,0 0-1,0 0 1,0 0-1,0 0 1,0 0 0,0 0-1,0 0 1,0 0 0,0 0-16,0 0 15,0 0 1,0 0-1</inkml:trace>
  <inkml:trace contextRef="#ctx0" brushRef="#br0" timeOffset="72322.59">27157 12449 127 0,'0'0'65'0,"2"0"-11"16,0 0 31-16,-2 0 19 16,0 0 17-16,0 0-5 15,0 0-20-15,0 0-10 16,0 0-25-16,-2 0-11 15,1 0-16-15,0 0-3 16,0 0-6-16,-1 0 0 16,-14 8-5-16,-27 11-1 15,29-14-6-15,-3-1-2 16,0 2-1-16,-2-1 0 16,-3-1 3-16,1 0 1 15,-3 0 4-15,-2 0 1 0,-1 3 3 16,-4-4 0-16,-3 2 4 15,5-2 2-15,-3-1-2 16,4 5-4-16,-2-2-7 16,-9-3-3-16,4 5-1 15,-5-4 2-15,2 2 0 16,1 4 0-16,-3-2-1 16,-3 2 1-16,-4-3 2 15,0 0 0-15,-3 1 1 16,2 0-1-16,-5-3-2 15,-1 5-1-15,0 0-3 16,-4-2-1-16,0-1-4 16,-3 2 0-16,8-1-2 15,-5 2 1-15,3 1 0 16,1-8 1-16,-5 4 0 16,6 1-1-16,-5-2 0 0,3 8-1 15,-6-12 0-15,10 6-1 16,-2-2 1-16,-2-2 0 15,7 6 1-15,-6-5 0 16,6 3 0-16,-1 0 0 16,2-1-2-16,-3 0 1 15,8 0 1-15,-2 1-1 0,-7-3 1 16,1-1 1-16,-5-3 1 16,-3 1 2-16,3 2 5 15,0 1 1-15,-3 4 3 16,6 0-2-16,3 1-3 15,-1-1-3-15,-7-5-2 16,1 2 0-16,-4-1 1 16,1 1-1-16,7 4 2 15,-8-3 1-15,9 0-1 16,-4 1 1-16,-3-3-2 16,2 3 0-16,-3-2-2 15,3 3-1-15,-5-2-1 16,3 3 1-16,4-2 2 15,-1 0 0-15,3 1 0 16,-3-1 0-16,-7 1-1 16,-2 0-1-16,6 2 2 15,2-1 1-15,4-3 0 0,10 2 1 16,2-2 0-16,-1 4-1 16,-4-2-1-16,-7 0-1 15,1-1-3-15,3 2 1 16,5-1-1-16,1 3 0 15,1-3 1-15,5 2-1 16,0-1 2-16,-1-9-1 0,9 4 1 16,0 2 0-16,4-6 1 15,5 14 0-15,-7-9 0 16,2-1 0-16,1 2-1 16,-2-9 0-16,3 0-1 15,1 3 0-15,6 0-1 16,1 8 1-16,1-2-1 15,1 0 0-15,1-1 0 16,1-9-1-16,-1 3 0 16,1 1-1-16,-1-1 0 15,4 4 1-15,1 0-1 16,-2-3 0-16,3 0 0 16,-1 0 0-16,-3-4 1 15,6 4-1-15,1 6 0 16,-8-8 0-16,10 6 0 15,-3-4-1-15,-4-4 0 16,9 7 0-16,-3-3-4 0,1 0-6 16,0-1-32-16,0 0-32 15,0 0-97-15,0 0-72 16,0 0 150-16</inkml:trace>
  <inkml:trace contextRef="#ctx0" brushRef="#br0" timeOffset="73029.3">22172 12972 295 0,'0'-1'172'16,"0"0"-39"-16,0 0-5 16,0 0 2-16,0 0-11 15,0 0-4-15,-1 0-8 16,0 1-2-16,0 0-13 15,0 0-7-15,-4 6-17 16,-4 6-5-16,-21 29-7 0,18-28 0 16,-4 0-4-16,2 2-4 15,0-1-8-15,1 0-4 16,2-2-8-16,1-2-3 16,0-1-5-16,10 8-2 15,-2-10-1-15,-2 7-2 16,-2-9-2-16,-8-6-2 15,2 3 0-15,10 1 0 16,2 4 0-16,0 1-1 0,0-3-2 16,-2-5-1-16,-2 0-2 15,4 0 0-15,0 0 0 16,0 0 0-16,0 0-1 16,0 0 1-16,0 0-1 15,0 0 0-15,1 0 0 16,12 8-2-16,-4-4-1 15,37 19 0-15,-30-21 0 16,1 3 0-16,2-2 1 16,0 0-1-16,-3-2 0 15,1-1 1-15,-3 4 0 16,0 1 0-16,-2 3 1 16,-1-3 0-16,-4 0 0 15,0-3-1-15,-5-2-1 16,0 3 0-16,-2-3-2 15,0 0-3-15,0 0-72 0,0-1-77 16,0 1 96-16</inkml:trace>
  <inkml:trace contextRef="#ctx0" brushRef="#br0" timeOffset="75805.92">22181 13208 129 0,'-1'0'77'15,"0"-5"-6"-15,1 7-12 0,0-2 2 16,0 0 12-16,0 0 4 16,0 0 4-16,0 0-1 15,0 0-17-15,6 4-12 16,4 0-24-16,0-1-9 15,28 13-8-15,-26-17 1 16,5 2 11-16,0 2 5 16,4 0 4-16,2 3-2 15,8-1-7-15,4-2-1 16,-3 0-1-16,-1-3-1 16,-7-1-4-16,9 2-1 0,3-4-2 15,7 2 0-15,4 1-1 16,-8-2 1-16,3 2-1 15,2 1 1-15,0-3 0 16,6 5-1-16,-3-3 0 16,1 4 0-16,5 3-3 15,-10-8 0-15,9 2-3 16,-4-2-1-16,5 1-1 16,-1 0 0-16,7-1-1 15,0 1 0-15,-4 0 0 16,1 0 0-16,0 0 1 15,-4 3 0-15,4-3 0 16,2 0-1-16,0 2 0 16,-1-6 0-16,3 4 0 15,-4 1 0-15,-4-3 2 16,2 0 2-16,-6-2 4 16,8 2 2-16,5 2 2 15,-5-2 2-15,5 1 3 0,1 1 6 16,4-1 10-16,5 1 2 15,7-2-9-15,-1-2-8 16,2 4-15-16,2 1-3 16,-3 1-1-16,-5-1 1 15,-2-8 1-15,2 7-1 0,-4-3 0 16,3 5 0-16,0 3 0 16,-5-8 1-16,1 3-1 15,-3 0 0-15,0 2-1 16,3 4 0-16,-7-2-1 15,-4-1 1-15,-3 0 0 16,-4-3 1-16,2 0 0 16,1-2 0-16,-5-3 0 15,1 5 0-15,-2 0 0 16,-5 0 0-16,3 0 3 16,-6 0 2-16,-10 0 3 15,5 1 0-15,-9-1 0 16,4-3-1-16,-5 2-2 15,-5-3-1-15,-4 3-1 16,-1 0-1-16,1 1-1 16,-1 0-1-16,-3 0 0 15,3-3 0-15,-5-2-1 16,0 3 1-16,1-2 0 0,-3 2 1 16,-1 2 2-16,4 3 1 15,-3-3 0-15,0 2-1 16,-1-5-2-16,-2-2 0 15,3 5 0-15,-2-2-1 16,1 4-1-16,-3-3 0 16,-3 0-1-16,0 0-1 15,0 0-7-15,0-1-4 0,0 1-4 16,0 0 1-16,0 0 4 16,0 0 2-16,0 0 3 15,0 0 0-15,0 0 1 16,0 0 1-16,0 0-1 15,0-1 1-15,0 1-1 16,1 0-3-16,3 1-7 16,1 0-5-16,-2 0-18 15,0 0-10-15,-3-1-16 16,2 0-2-16,3 0-2 16,-3 1 1-16,6 0-14 15,-3 0-19-15,0-1-12 16,2 1 5-16,-2 0 32 15,-2-1 26-15,2 1 25 16,-1 0-10-16,2 0-38 0,-6 0-16 16,0 0 4-16,3 0 19 15,-1 0 46-15,4 0 23 16,-4 0 34-16,-2 0 19 16,0-1 33-16,0 0 14 15,0 0 5-15,0 1-3 16,0 0-12-16,0 0-7 15,0-2-9-15,0 1 0 16,0 0 0-16,0 0 0 0,0 0-4 16,0 0-5-16,0 0-14 15,-1 0-8-15,-1-4-16 16,-3-4-6-16,-2 3-5 16,-4 1-1-16,-27-28 2 15,27 26 2-15,-1 0 1 16,-2 0 3-16,4 5-2 15,2 2-2-15,4 0-2 16,-1-2-4-16,5 4-4 16,0-2-1-16,0 0-1 15,0 0 0-15,0 0-1 16,0 0-2-16,6 3-3 16,4 3 0-16,4 2-1 15,27 19 1-15,-25-21 0 16,-2-1 0-16,-1-1 2 15,-2-2-2-15,0 1 1 16,4 3-1-16,-3-5 1 16,2 2 0-16,-8-3 3 0,4 0 3 15,2 3 5-15,2 0 2 16,2 3 3-16,-14-5 0 16,-3-1 3-16,1 4 2 15,-1-5-1-15,-1-1-1 16,1 1-6-16,0 0-4 15,0 0-4-15,0 1-1 16,-6 1-2-16,-3 1 0 0,-6 3 0 16,-24 16 0-16,34-9-2 15,-5 0 0-15,0 2 0 16,4-1 0-16,-6-3 0 16,2 0 0-16,0 0-2 15,-2-4 0-15,5-1-2 16,0 1-1-16,3-1-1 15,0-1-2-15,3 2-29 16,-1-2-34-16,0-3-124 16,-2-1-111-16,4 0 184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7" units="cm"/>
          <inkml:channel name="Y" type="integer" max="1740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2632" units="1/cm"/>
          <inkml:channelProperty channel="Y" name="resolution" value="1000.1149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9T07:51:38.0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4119 8913 201 0,'0'-1'126'0,"0"0"12"16,0 0-4-16,0 1 2 15,0 0-5-15,0 0-16 16,0 0-9-16,0 0-14 15,0 0-7-15,0 0-8 16,0 0-4-16,0-1-9 16,0 0-3-16,0-1-2 15,0 1-2-15,0 0-1 16,0 0 0-16,0 0 1 16,0 0 0-16,0 0-6 15,0 0-6-15,0 0-11 16,0 0-4-16,0 0-4 15,0-1-2-15,0 1-2 0,0 0-1 16,0 0-1-16,0 0-1 16,0 1-2-16,0 0 1 15,0 0 0-15,0 0 1 16,0 0 3-16,0 0 0 16,4 1-2-16,-4-1-1 15,3 1-5-15,-1 0 0 16,-1-1-3-16,1 5 0 0,-1 3-2 15,4 0 0-15,-1 0 0 16,0-1 0-16,-1 0 0 16,0 0-1-16,-1-3 0 15,2 1 0-15,-3-1-1 16,0-2-1-16,0 1-2 16,1 2 1-16,-1-2-1 15,0 1 1-15,0 1 0 16,0-2 2-16,-1 0 0 15,0 3 1-15,0-2 0 16,-1-1 0-16,0 1-1 16,1-2-1-16,0 1-2 15,0 0 1-15,1 2-2 16,0 1 1-16,1 0-1 16,0 1-1-16,0 1 1 15,0-1-2-15,1 0 1 0,1 1 0 16,-2-2 0-16,0-1-1 15,-1 0 1-15,1 3 0 16,1-2-1-16,0 1 1 16,-1-2-2-16,-2-3 1 15,0 0 0-15,1 1 0 16,0 2 0-16,1 1 0 16,-1-1 0-16,1-1 0 15,-1 0 0-15,-1-3 0 16,0 2 0-16,1-1 0 0,0 1 0 15,0 0 0-15,-1-1-1 16,1 0 0-16,-1-1 0 16,2 2 1-16,0 1-1 15,-1-1 1-15,-1-2 0 16,0 0 0-16,3 3 0 16,-3-4 2-16,0 0-1 15,0 0 1-15,0 0-1 16,0 0-2-16,0 0-29 15,0-1-60-15,0 0-241 16,0 0 218-16</inkml:trace>
  <inkml:trace contextRef="#ctx0" brushRef="#br0" timeOffset="839.61">4143 9093 269 0,'0'0'219'16,"0"-2"18"-16,0 2-72 16,0 0-30-16,0 0-29 15,0 0-6-15,0 0-8 16,4 0-2-16,-1 2-8 0,1-1-3 16,0 0-5-16,2 3-5 15,1-3-6-15,2 8-3 16,27 29-7-16,-30-29-3 15,0 1-4-15,-2 1-3 16,-4-2-5-16,4 3-2 16,-4-4-6-16,0-2-3 15,4 3-6-15,-4-3 0 16,4 6-2-16,4-1-1 16,-7-5-1-16,4-3 0 15,2-3 0-15,-3 0-1 0,0-1 0 16,-4 1 0-16,0-1-4 15,0 0 0-15,0 0-5 16,0 0 0-16,0-1-2 16,0 1-1-16,0 0 1 15,0 0 0-15,5-8 1 16,1 0 1-16,-1-7-1 16,11-22 1-16,-16 24-1 15,3 2 1-15,1 3-1 16,-2-1 0-16,-2 5-1 15,1-1 1-15,0 4 0 16,-1 1 0-16,0 0 0 16,0 1-1-16,0 0-2 15,0 0-1-15,0 0-1 16,-1 0 1-16,0 0-1 0,0 0 0 16,0 0-4-16,0 0-38 15,0 0-147-15,0 0-125 16,0 0 182-16</inkml:trace>
  <inkml:trace contextRef="#ctx0" brushRef="#br0" timeOffset="1603.51">4072 9181 431 0,'-2'-3'257'16,"2"1"-33"-16,-4-1-37 15,4 3-66-15,0 0-18 16,0 0-15-16,0 0-3 16,0 0 0-16,0 0-1 15,3 1-9-15,5 3-7 0,-1 0-18 16,4 3-6-16,25 18-13 16,-26-24-4-16,1 5-6 15,0-2-3-15,0 0-1 16,0 6-1-16,1-2 1 15,-2-1 3-15,-4-9 4 16,5 8 3-16,-9-8 0 16,7 4 0-16,3 2-4 15,-7-10-2-15,7 1-1 16,-8-2-1-16,7 6 0 16,-5 2 0-16,-3-1 1 15,2-1 2-15,-6-1 0 16,0 1 2-16,0 0-2 15,-1-5 0-15,0-1-2 16,1 1-2-16,1-2 0 16,1 2 1-16,1 0 0 0,1-2 0 15,0-1 1-15,0 0-3 16,-2 1-5-16,-1 0-3 16,0 3-5-16,0-1-1 15,0 3-5-15,0 0-36 16,0-1-165-16,0 1-195 15,0-1 241-15</inkml:trace>
  <inkml:trace contextRef="#ctx0" brushRef="#br0" timeOffset="3015.03">4333 9397 274 0,'-1'-1'181'16,"0"0"12"-16,0 0-31 16,-1 0-36-16,1-1-8 15,0 0-15-15,0 1-4 16,0-1-11-16,0 0-6 0,0 0-14 15,0-6-8-15,0 6-3 16,1 0-1-16,-1-1-1 16,-1 2 1-16,2 0-5 15,0 0-2-15,0 0-8 16,0 0-3-16,0 0-5 16,-1 0-2-16,0 0-1 15,0 0 0-15,0-1-2 16,1 1 1-16,0 1 0 15,0 0-1-15,0 0 2 16,0 0-2-16,0 4-2 16,1 1-2-16,1 4-5 15,1-2 0-15,-1 1-2 16,-1 1-1-16,0-1 0 16,0-1 0-16,0 0 1 15,2 2-1-15,0-3-2 0,-1 2-1 16,1 1-3-1,-1-3-1-15,-1 0 0 0,2-1-1 16,-2-1-1-16,0 1-1 16,1-1-2-16,-1-1 1 15,0 1 0-15,0-2-2 16,0 1 0-16,-1-1 0 16,0 2 0-16,1 1 1 15,-1-3 0-15,0 3 1 16,0-1-1-16,0-1 1 15,0 2 0-15,0-1 0 0,0 1 0 16,0-2 0-16,0-2-1 16,0 2 0-16,0-1-1 15,0 2-1-15,0 1-1 16,-1 0 0-16,0-2 0 16,1 1 0-16,0-2 0 15,0 2 0-15,0-1 0 16,0 0 0-16,1 2 0 15,0-1 0-15,2 0 0 16,-1 0 0-16,-1-1 0 16,0-1-1-16,1 3 1 15,-1-3 0-15,3 1-1 16,-1-2 1-16,-1 1 1 16,1-1-1-16,-3-1 0 15,4 1 1-15,-4-1-1 16,0 0 1-16,0 0 0 15,0 0-1-15,0 0-1 0,0 0-23 16,1 0-122-16,4 2-105 16,4-1 147-16</inkml:trace>
  <inkml:trace contextRef="#ctx0" brushRef="#br0" timeOffset="3740.11">4290 9610 251 0,'-3'-2'220'16,"7"2"22"-16,1 0-44 16,-5 0-23-16,0 0-28 0,0 0-8 15,0 0-14-15,0 0-7 16,0 0-19-16,0 0-8 15,0 0-16-15,1 0-7 16,3 2-10-16,-2-1-5 16,2 2-4-16,0 0-5 15,2 1-3-15,0-3-3 16,-2 2-5-16,3 2-1 16,3 5-4-16,24 22-1 15,-26-22-2-15,-1-3 1 16,-3-4-2-16,7 6 0 15,-4-7-3-15,-1 2-2 0,2-1-2 16,-3-3-1-16,1 2 2 16,1-1 1-16,-4-1 1 15,1 0 0-15,0 1 0 16,-4-2-1-16,0 0 0 16,0 0 1-16,0 0-1 15,0 0 0-15,0 0 0 16,0-2 0-16,1-8-2 15,1-1 0-15,9-30-3 16,-7 31-1-16,-2-2-1 16,1-1 0-16,-1 4 0 15,1-2 1-15,-1 2 0 16,2 1-2-16,-2 0-3 16,0 2-2-16,1 0-3 0,-1 2-1 15,1-1-2-15,0 2 0 16,-2-1-50-16,0 2-53 15,-1 2-229-15,0 0 212 16</inkml:trace>
  <inkml:trace contextRef="#ctx0" brushRef="#br0" timeOffset="5534.03">4507 9838 132 0,'-1'-3'119'0,"0"2"40"0,0 0-7 16,-1-3-14-16,1 2-3 15,0 1-7-15,0 0-6 16,0 0-11-16,1 0-4 16,0 0-9-16,0 0-4 15,0-1-8-15,-1 1-5 16,1 0-4-16,-1 0 0 15,0 0-2-15,1 0-1 0,0 0-4 16,0 0-3-16,0 0-9 16,0 0-2-16,0 1-7 15,0 0-3-15,0 0-8 16,0 0-4-16,0 0-6 16,0 0-3-16,1 1-3 15,2 2-1-15,-1 5-4 16,2-2 1-16,0 3-3 15,-2 0-1-15,3-2-1 16,27 31 0-16,-36-32 0 16,8 4-1-16,1-3 0 15,-3-2-1-15,9 3-1 16,-21-2-1-16,11 0-1 16,0-1-2-16,-1 1 2 15,12-2 0-15,-12 2-1 16,1-1 1-16,1-1-1 15,-2 1-1-15,1-1 1 16,0 1-2-16,1-1 0 0,-1 0-1 16,0 1-1-16,1-2 1 15,-2-3-1-15,0 0 0 16,0 0-1-16,0 0-1 16,0 0 1-16,0 0-1 15,0 0 1-15,0 0-1 16,3 4 1-16,1 3-1 0,-1-2 1 15,-1 0-1-15,2 2 1 16,-3-3-1-16,0 0 1 16,1 2 0-16,-1-3-1 15,1 2 0-15,-1 0 1 16,0-2-1-16,-1-2 1 16,0-1 0-16,2 2 0 15,-2-1 0-15,0 0-1 16,0-1 0-1,0 0 0-15,0 2 0 0,0-2 0 16,0 0-2-16,0 0-65 16,0 0-57-16,0 0-177 15,0 0-172-15,0-2 298 16</inkml:trace>
  <inkml:trace contextRef="#ctx0" brushRef="#br0" timeOffset="6260.51">4472 10056 424 0,'-28'10'287'16,"28"-10"-43"-16,2 1-40 16,0 0-34-16,-2-1-42 15,0 0-7-15,0 0-17 16,0 0-9-16,0 0-11 15,4 2-8-15,3 1-12 16,-1 1-7-16,1 0-14 16,1 0-6-16,-1 0-5 15,0 5-3-15,27 24-2 16,-30-25 1-16,3-5 0 16,-7 6-1-16,7 0-1 15,3-3-3-15,-2-1-3 0,7-2-2 16,-6 0-2-1,-3-1 0-15,2 1 0 0,-2-3 2 16,0 0 3-16,1 0 1 16,-2-3 1-16,3 0-1 15,0-3-3-15,-1 2-1 16,0 2-2-16,-2-3-3 0,2 2-1 16,-3-3 0-16,3 1 2 15,1 0 0-15,-1-1 4 16,0-3 1-16,-3 0 1 15,-1-1 1-15,-3-4-2 16,1 2-1-16,2-1-1 16,-3-1 0-16,0-1-1 15,-2 2 0-15,1 0-2 16,5 1-1-16,1 3-3 16,-2 1 0-16,1 2-2 15,-4 1-2-15,-2 0-2 16,2 1-2-16,2 1-2 15,-2 2 0-15,0-1-67 16,0 1-71-16,0 0-309 16,0 1 285-16</inkml:trace>
  <inkml:trace contextRef="#ctx0" brushRef="#br0" timeOffset="7528.73">4695 10251 226 0,'-5'-7'173'0,"1"6"39"16,4 1-25-16,3 1-31 15,-3-2-9-15,0 0-19 16,-2 0-6-16,1 0-10 16,0 0-4-16,1 0-7 15,0 0-7-15,0-1-11 16,0 2-4-16,0 0-3 15,0 0-4-15,0 0-8 16,0 0-5-16,0 0-9 0,4 7-3 16,0 2-8-16,4 7-2 15,8 19-6-15,-6-22-3 16,-6 2-3-16,0-6 1 16,-1 6-1-16,-2-4-1 15,3-2 2-15,0 1-3 16,-2-1 0-16,-1-1-2 15,2 1-1-15,-3-3 0 0,3 1-3 16,4-1-1 0,2 0-3-16,-5-3-2 0,-1 1-2 15,-4 2-1-15,-3-3-2 16,5 3-1-16,1-4-2 16,-2-2 0-16,0 0 0 15,0 0-1-15,0 0 0 16,0 0 1-16,0 0-1 15,0 0 0-15,0 0-2 16,1 0-22-16,2 0-92 16,-1 0-77-16,1-1-290 15,-2 0 302-15</inkml:trace>
  <inkml:trace contextRef="#ctx0" brushRef="#br0" timeOffset="8252.7">4705 10460 448 0,'0'-1'288'0,"0"0"-44"0,0 0-50 16,0-1-29-16,0 1-37 16,0 0-7-16,0 0-15 15,0 0-6-15,0 0-12 16,0 0-6-16,3 0-14 15,-3 0-9-15,6 1-10 16,-3 0-4-16,-3 0-6 16,6 3-1-16,-1-1-2 15,-2 9-3-15,5 1-5 16,20 30 0-16,-26-28-5 16,-2-1-2-16,0 1-3 15,-4-3-1-15,4-1-1 16,7 2-1-16,-5-3 0 15,5 0 1-15,1 1-2 16,-3-4 1-16,-5-5-3 0,5 1 1 16,-4 0-2-16,-1-2 0 15,0 0 0-15,0 0 1 16,0 0 1-16,0-2 1 16,0 1 1-16,0 0-2 15,0 0-2-15,2-4 0 16,2-5-2-16,0-1 1 15,17-29 1-15,-16 28 0 16,2-3 1-16,2-1-1 0,-4 0-1 16,0 1-1-16,5 3 1 15,-6-1-1-15,1 2 0 16,2 0-1-16,-7 0-1 16,1 2-2-16,1-2-3 15,0 4 0-15,-2 2-1 16,0 4-1-16,2 1-1 15,-2 0-19-15,0 0-111 16,0 0-97-16,0 0 134 16</inkml:trace>
  <inkml:trace contextRef="#ctx0" brushRef="#br0" timeOffset="9043.7">4646 10524 240 0,'-3'-3'202'15,"0"1"48"-15,2 0-15 16,1 1-62-16,0 0-22 0,0 0-27 16,0-1-11-16,0 1-12 15,0 0-3-15,0 1-11 16,0 0-5-16,0 0-6 15,4 0-5-15,7 4-7 16,-3-1-4-16,10 4-7 16,19 15-2-16,-23-13-6 15,1 0-2-15,-3 1-5 16,-4 0-3-16,5 2-3 16,-6 0-2-16,-3-1-2 15,1 0 0-15,-5-6 2 16,10 6-2-16,-8-8-3 15,1-3-2-15,3 0-8 16,-8-1-3-16,2 0-4 16,0 0-3-16,0 0-24 15,8-5-48-15,-3-1-203 16,0-3 181-16</inkml:trace>
  <inkml:trace contextRef="#ctx0" brushRef="#br0" timeOffset="9910.42">4912 10633 328 0,'-6'-3'214'0,"4"1"-15"16,0 1-55-16,-3-1-16 16,3 1-14-16,0 0-5 15,1 0-2-15,0 0-3 0,0 0-4 16,0 0-3-16,0 1-5 16,0 0-2-16,0 0-7 15,0 0-4-15,-1 0-7 16,1 0-3-16,-2 8-8 15,1-2-2-15,0 8-5 16,-2 24-4-16,7-28-7 16,2 7-3-16,1-5-5 15,-4 1-3-15,4 1 0 16,1 0-1-16,2 3 0 16,0-6 0-16,-3 3-2 15,-1-4-1-15,0-6-3 16,-1 4-1-16,1-1-1 15,-1 1-3-15,1 3-3 16,0-3-2-16,-1-2-4 16,1 0-2-16,-1-2-1 15,-1 4-1-15,-1-3 1 16,1 2 1-16,-3-2 0 16,0 0 1-16,-2-1 0 0,0-2 0 15,2-2-2-15,0 0-2 16,-1 0-1-16,0 0-1 15,0 0-1-15,0 0-1 16,0 0-12-16,0 0-34 16,0 0-93-16,0 0-81 15,-1 0-342-15,1 0 361 0</inkml:trace>
  <inkml:trace contextRef="#ctx0" brushRef="#br0" timeOffset="10663">4935 10977 349 0,'-34'-17'296'0,"24"13"32"0,5 2-95 15,0-1-28 1,1 2-56-16,1 1-13 0,3-1-17 16,-2 0-7-16,2 0-9 15,0 0-5-15,0 1-12 16,0 0-8-16,0 0-19 16,8 1-10-16,2 1-17 15,-1 1-4-15,-3 1-6 16,-2-2 1-16,1 2 0 15,2 5 1-15,-2-1-2 16,4 1-1-16,27 23-2 16,-25-25-2-16,1-3-2 15,0 0 0-15,0-2-2 16,-10 0-1-16,8 1-2 16,-2-2 0-16,-1 3 4 15,8-2 2-15,-10 0 6 16,1 1 2-16,-2-3 2 15,1 0 2-15,2-3-2 0,-1-1 1 16,-1-4-2-16,0 0 0 16,-1-3-1-16,1 0 0 15,-1-2-1-15,-1-3 0 16,2-4-1-16,0-2-3 16,2 1-3-16,2 1-1 15,-6 2-4-15,4 4 0 16,-8 4-2-16,-2 2-2 15,1 4-3-15,-4 3-3 16,3-1-1-16,-4 1-1 0,2 2-51 16,2-1-50-16,3-1-164 15,0 0-281-15,0 1 358 16</inkml:trace>
  <inkml:trace contextRef="#ctx0" brushRef="#br0" timeOffset="12132.16">5107 11263 206 0,'0'-1'155'16,"0"-1"11"-16,0 1-38 16,0 0-11-16,0 0-11 15,0 0-3-15,0 0-5 16,0 0 0-16,0-1-3 0,0 1-1 15,0 0-2-15,0 0-2 16,0 0 1-16,0 0 0 16,0 0 1-16,0 0 1 15,0 0-3-15,0 0-5 16,0-1-9-16,0 1-3 16,0 0-7-16,0 0-3 0,0 1-8 15,0 0-5-15,3 1-10 16,-1-1-2-16,4 4-5 15,5-2-1-15,-7 8-3 16,34 27-1-16,-31-29-3 16,-4-2-1-16,6 6-3 15,-6 3 0-15,5 2 0 16,-6-1-2-16,2-1 1 16,1-2-2-16,-4-1 0 15,7 1-1-15,-6-4-2 16,2-1 0-16,-1-2-3 15,-5-3-1-15,3-1-1 16,-1-2 0-16,0 0 1 16,0 0 0-16,-1-1-1 15,0 1-1-15,0-1-4 16,1 0-1-16,0 1-3 16,0 0 1-16,0 0-2 0,0 0 1 15,0 0 0-15,0 0-1 16,2 0 1-16,-2 0-1 15,0 0 0-15,6 4 1 16,-2 0-1-16,-3-4 0 16,0 2 0-16,2 2 0 15,-3-3 1-15,1 3-1 16,0-2 1-16,0 0-1 16,1-1 0-16,-1-1-1 15,0 1-4-15,-1-1-10 0,2 1-31 16,-2-1-23-16,0 0-65 15,0 0-46-15,0 0-144 16,0 0-191-16,0 0 332 16</inkml:trace>
  <inkml:trace contextRef="#ctx0" brushRef="#br0" timeOffset="12775.16">5103 11490 652 0,'-7'-2'337'0,"0"2"-101"0,1 0-14 16,2 1-56-16,2 0-22 15,1-1-18-15,1 0-5 16,0 0-10-16,0 0-6 16,0 0-18-16,0 0-11 15,2 1-21-15,7 5-10 0,3-4-11 16,29 36-5-16,-28-27-6 16,2 3-2-16,-3-2-3 15,-1 3 0-15,0-5-1 16,2 0-2-1,1 6-2-15,3-7-1 0,-6 4-1 16,-4-5-2-16,-2-3-1 16,1-1 0-16,-5-5-1 15,5 2 0-15,0-1 5 16,-6-1 2-16,7 1 6 16,-3-2 2-16,-5-3 0 15,5 2-1-15,0-1-3 16,-4-1-1-16,10 1-1 15,-7-5-1-15,0-3-2 16,3-1-1-16,-4-6 1 16,1 3 0-16,-2-5 3 15,2 3 0-15,-8-2 0 16,2 0 1-16,3 4-3 0,2 2 0 16,3 0-2-16,3 1-1 15,-1 3-3-15,-8-1 0 16,1 3-4-16,-5-1-1 15,3 3-2-15,2 4-1 16,7 2-30-16,-3 2-34 16,1 1-110-16,0 0-87 0,2 4 158 15</inkml:trace>
  <inkml:trace contextRef="#ctx0" brushRef="#br0" timeOffset="13546.39">5480 11769 307 0,'-1'-1'224'0,"-1"-2"33"16,-2 1-23-16,3 0-42 16,0 1-20-16,0 0-20 15,0 0-6-15,0 0-9 16,0 0-4-16,0 0-16 16,0 0-9-16,0 1-18 15,0 0-8-15,-1 0-14 16,2 0-3-16,2 9-7 15,2 5-2-15,11 26-6 16,-10-27-2-16,0 4-5 0,2-1-3 16,-7 2-2-1,6-3-4-15,3 2-2 16,1-2-2-16,6-3-3 0,-6-2 0 16,-2 4-2-16,-4-4 1 15,-1-1-2-15,1 3-1 16,-2-8-3-16,0 0-3 15,-1 0-4-15,-1-4-3 16,0-1-2-16,0-1-3 16,0 1-2-16,0 0-13 0,0 0-80 15,0 0-68 1,0 0-338-16,0 0 320 0</inkml:trace>
  <inkml:trace contextRef="#ctx0" brushRef="#br0" timeOffset="14640.13">5506 12077 434 0,'-1'1'301'0,"0"-1"-27"15,1 2-67-15,0-1-21 16,-1 7-45-16,1-3-5 16,1 0-12-16,0-1-6 15,-1-3-12-15,5 5-6 16,2-1-17-16,2-2-7 0,0 3-18 15,29 30-7-15,-28-31-12 16,2 5-4-16,1-1-8 16,-5-6-3-16,1 5-4 15,-2-5 0-15,0 1 2 16,3 5 2-16,-5-5 1 16,1 3 1-16,-3 3-1 15,-2-10 1-15,2 3 1 16,-2-1 0-16,-1-4 3 15,0 2 1-15,0 0 0 16,0-1 0-16,0 0-6 16,0 0-4-16,0 0-5 15,0 0-3-15,0 0-5 16,0 0 0-16,0 0-1 16,0 0 1-16,6-10 2 15,-4 5 1-15,1-4 1 0,13-29 1 16,-11 29 0-16,-3-4 0 15,2 2-2-15,-3-6 1 16,-1-1-3-16,0-2 0 16,-1-3-2-16,2 3 0 15,-2 2 0-15,2 2-1 16,2 3 2-16,-2 2 0 16,0 1-2-16,-2 3 1 0,-6-1-4 15,7 3 0-15,2 2-2 16,-2 2-2-16,0 2-12 15,0 0-33-15,0 0-95 16,0 0-77-16,0 0-493 16,1 3 475-16</inkml:trace>
  <inkml:trace contextRef="#ctx0" brushRef="#br0" timeOffset="15470.77">5768 12318 253 0,'-1'-2'205'16,"0"1"30"-16,0 0-52 16,0 0-16-16,-1 0-21 15,1 0-10-15,0 0-6 0,0 0-2 16,0 0-8-16,0 0-6 16,0 0-11-16,0 1-4 15,0 0-4-15,1 0-1 16,0 0-13-16,0 0-5 15,0 0-9-15,0 2-7 16,0 3-7-16,0-2-1 16,1 5-7-16,0-2-2 15,0 0-2-15,0 1-3 0,0-1-3 16,0 2-2-16,1 2-2 16,2-2-3-16,-1-1-4 15,-2-2-2-15,1-1-6 16,1 1-1-16,-2-1-2 15,2 2 0-15,-2-2 0 16,-1-3-1-16,1 2 0 16,-1-2-1-16,1 1-1 15,-1-1-1-15,0-1-3 16,0 0-1-16,0 0-3 16,0 0-6-16,0 0-58 15,0 0-44-15,0 0-155 16,0 0-98-16,1 0 224 15</inkml:trace>
  <inkml:trace contextRef="#ctx0" brushRef="#br0" timeOffset="16142.62">5795 12474 384 0,'-31'5'308'15,"28"-5"30"-15,-1 0-114 16,-1-2-22-16,5 2-47 15,0-1-11-15,0 1-8 16,0-1-4-16,0 0-9 16,0 0-8-16,0 0-19 15,0 1-10-15,0 0-22 16,8 0-9-16,0 1-14 16,-8-1-6-16,5 2-8 15,-1 0-1-15,2 3-5 16,5-4 1-16,-7 4-2 15,6 3 0-15,28 29 0 16,-33-31-1-16,6 5-4 16,-1-1 1-16,-1 0-4 15,1 4 0-15,-2-5-1 16,-2-6 0-16,0 2 1 0,1-3 0 16,-3 0 2-16,4 2 1 15,-4-4 0-15,3 0 0 16,-2-2-1-16,1-3 1 15,-2 0 1-15,1-2 2 16,0-3 4-16,-3 5 4 16,4-3-5-16,-1-3 0 15,-10-2-2-15,12-2-1 0,0-5 1 16,-2 0-1-16,12 5-1 16,-13-1 2-16,-2 7 1 15,-2 1-1-15,-2 3-8 16,-1 0-7-16,-2 2-7 15,-8 1-2-15,7-1-28 16,-1 0-39-16,4-1-122 16,5 3-91-16,-5 3 171 15</inkml:trace>
  <inkml:trace contextRef="#ctx0" brushRef="#br0" timeOffset="17127.32">6010 12820 344 0,'0'-5'241'0,"-1"1"-11"16,0 1-25-16,0 0-18 16,0 1-24-16,-1-2-7 15,1 1-15-15,0-1-7 16,0-1-11-16,0 3-8 16,0 1-9-16,0-3-4 15,0 0-14-15,0-1-8 16,1-1-17-16,0 5-6 15,0 0-9-15,0-2-5 16,0 2-4-16,0-3-2 0,0 3-2 16,0 0 0-16,0 0 0 15,0 0 1-15,0 0-2 16,0 0-2-16,0 1-5 16,0 0-4-16,0 0-2 15,0 0-1-15,0 0-1 16,0 0 0-16,0 0-1 15,2 1-2-15,2 2-1 16,-2-2 0-16,0 5-2 16,1 3 0-16,-2-3 0 15,2 2 0-15,-1-2 2 16,1-1-4-16,2 5-2 16,-1-5 1-16,1 1-3 15,0 0 2-15,0 1-6 0,1-2-2 16,0 1-1-16,-2-3-1 15,-2 0 4-15,0 1-1 16,2 0-1-16,0 0 0 16,-1 0 0-16,0 1 0 15,0-2 1-15,-2 0 0 16,1-1-1-16,8-1 1 16,-3 1-1-16,-3-1 0 15,1 0 0-15,-5-1-1 16,4 1-1-16,-4-1-4 0,0 0-62 15,0 1-44-15,0-1-139 16,1 4 147-16</inkml:trace>
  <inkml:trace contextRef="#ctx0" brushRef="#br0" timeOffset="18030.57">6094 12965 527 0,'-1'-2'273'0,"-3"1"-68"15,0 0-20-15,3 0-40 16,0 0-9-16,0 1-16 16,0 0-6-16,0 0-4 15,0 0-1-15,0 0-2 16,0 0-2-16,0 0-9 15,-1 0-7-15,1 0-13 16,0 0-7-16,1 0-11 16,0 0-5-16,1 4-5 15,2 2-3-15,-1-1-4 16,2 2-3-16,-1-3-2 16,1 2-2-16,10-1-2 0,28 30-1 15,-30-26-4-15,1-2-2 16,-6-2-5-16,0 5-3 15,3-3-5 1,-5-1-3-16,4 0-2 0,-5-3-1 16,2 1 0-16,-1 0 0 15,-2 0-1-15,-2-3 2 16,-1-3 1-16,0 1 2 16,0 1 2-16,0-1 1 15,0 1 1-15,0 0 1 0,0 0-1 16,0 0 2-16,0-1 1 15,0-1-1-15,-1 1 4 16,-1-3 0-16,2-10-2 16,2-2-2-16,6-32-3 15,-6 29-3-15,2-2 1 16,-2 3 0-16,5 3 0 16,-3 1 1-16,-4 2 0 15,-1-2 3-15,1 4-6 16,0 1-2-16,4 2-4 15,-2 2-6-15,-4 0 1 16,2 2-6-16,-1 3-52 16,0 0-42-16,0 0-132 15,0 0 10-15,1 0 127 16</inkml:trace>
  <inkml:trace contextRef="#ctx0" brushRef="#br0" timeOffset="19259.98">6311 13205 366 0,'-33'-15'242'0,"32"15"1"16,-6-2-33-16,11 1-43 15,-4 0-25-15,0 0-20 16,0-1-4-16,-1 1 0 15,1 0 1-15,0 0-1 16,0 0-6-16,0 0-14 16,0 1-8-16,0 0-14 15,0 0-7-15,3 4-11 16,1 4-1-16,-3 5-5 16,32 23-4-16,-26-25-4 15,6 5-2-15,-4-7-5 16,2 5-2-16,0-1-2 15,-3-5 0-15,2 6-4 16,-2-5 1-16,-3 1-3 0,-1 2-1 16,0-3 0-16,-1 0-2 15,1 2-5-15,-1-6-2 16,-1 1-4-16,2-2-2 16,-1-2-3-16,-1 1-3 15,-2-3-1-15,0 0-2 16,0 0-2-16,0 0-11 15,0 0-66-15,0 0-43 16,0 0-158-16,0 0-99 0,0 0 238 16</inkml:trace>
  <inkml:trace contextRef="#ctx0" brushRef="#br0" timeOffset="19947.46">6394 13429 621 0,'-1'-1'332'0,"0"0"-86"0,0-1-11 16,0 1-59-16,0 0-19 16,0 0-22-16,-1 0-14 15,1 1-19-15,1 0-11 16,0 0-20-16,0 0-8 0,0 0-13 15,5 7-5-15,0 4-8 16,2 1-1-16,18 24-3 16,-17-26-1-16,0-4-2 15,-3 0-2-15,5-1-2 16,-3-1 0-16,1 1 0 16,2 0 1-16,-5-2 1 15,1 2 0-15,-1-2-1 16,0-2-1-16,-2 3-2 15,2-2-1-15,0-3-2 16,-1 1 0-16,0-5 0 16,-1-1-1-16,0-1-2 15,-2-3 1-15,2-1-3 16,0 0-1-16,-2-2-1 16,1-1-1-16,1 2 1 15,1-2 2-15,0-3 2 16,0 2 0-16,-3-5 3 15,0 1-2-15,3-1-1 0,-1 1-3 16,-1 4-6-16,-2 1-2 16,-2 2-7-16,0 3 0 15,2 6-5-15,2-2-14 16,1 3-73-16,-3 1-48 16,0 0-167-16,0 1-145 15,0 0 291-15</inkml:trace>
  <inkml:trace contextRef="#ctx0" brushRef="#br0" timeOffset="21293.31">6698 13659 218 0,'-1'-2'157'16,"0"1"5"-16,0 0-31 0,0 0-8 15,0 0 7 1,0 0 1-16,0 0-2 0,0 0-2 16,0 0-9-16,0 0-2 15,-1 0-7-15,0-3-6 16,1 2-3-16,0 0-1 15,0 0-2-15,-2-3 1 16,2 3-8-16,-3-2-4 16,2 0-10-16,1 3-5 15,0 0-10-15,0-1-6 0,0 1-8 16,0 0-3-16,0 0-3 16,-1 0 0-16,1 0-4 15,1 0-2-15,0 1-3 16,0 0-1-16,0 2-1 15,8 15-2-15,17 28-1 16,-13-23-2-16,1-6-2 16,-7-4-2-16,9 5-4 15,-2-2 0-15,2 2-2 16,-2-3 1-16,-5 1-6 16,-1-3-2-16,-6-4-2 15,5 2-4-15,-4-4 3 16,0 1 0-16,0-2-1 15,-1-1 0-15,2-4 1 16,-3 0-2-16,0-1-13 16,0-1-22-16,0 1-65 15,0 0-46-15,0 0-143 0,0-2-64 16,0 1 217-16</inkml:trace>
  <inkml:trace contextRef="#ctx0" brushRef="#br0" timeOffset="21932.82">6792 13846 414 0,'-30'-1'290'15,"30"-1"-8"-15,0 2-57 16,0 1-15-16,0-1-22 15,0 0-14-15,0 0-22 16,0 0-15-16,0 0-30 16,0 0-7-16,0 0-20 0,0 0-9 15,0 0-10-15,4 5-6 16,4 2-4-16,2-1-3 16,30 30-6-16,-28-27 0 15,-1-1-7-15,0-2-2 16,2 0-3-16,-2-3-4 15,0-2-3-15,0 0-3 16,-3 0-2-16,-2 2 1 16,0-3 1-16,-2-2-4 0,-3-2 1 15,2-1-1-15,-3-2-1 16,3-1 4-16,0-5-2 16,-4 1-1-16,4-8-2 15,-3-1-1-15,-3-5 2 16,3 0-1-16,-3 6-2 15,-3 1 0-15,2 7-9 16,0 6-1-16,-2 6-2 16,3 0-2-16,1 1-3 15,1-1-3-15,1 0-70 16,0 0-47-16,0 0-153 16,3 4 163-16</inkml:trace>
  <inkml:trace contextRef="#ctx0" brushRef="#br0" timeOffset="22821.83">7116 14010 335 0,'-2'0'205'16,"1"0"5"-16,-1 0-30 15,1 0-20-15,0 0-3 0,0 0-13 16,0 0 2-16,0 0-5 16,0 0-5-16,-1 0-11 15,1 0-9-15,0 0-15 16,0 0-13-16,0 0-8 16,0 0-6-16,1 0-7 15,0 1-1-15,1 8-8 16,0-3-1-16,0 2-6 15,3 3-3-15,0-2-3 16,24 31-2-16,-14-25-5 16,-6-7-3-16,1 7-4 15,-9-9-2-15,2 0 1 16,5 3 0-16,1-1-7 16,4 3-1-16,-5-2-6 15,-5-3-1-15,1-2 3 16,6 1-2-16,1 1-2 15,1-4-3-15,-1 3-5 0,-8-1 0 16,2-4-2-16,-2 3-1 16,-3-4-1-16,0 0-2 15,-1 0-22-15,1 1-24 16,0 0-70-16,0-2-51 16,0 1-143-16,1 0-72 15,0 0 237-15</inkml:trace>
  <inkml:trace contextRef="#ctx0" brushRef="#br0" timeOffset="23393.69">7206 14271 547 0,'-5'-4'359'16,"3"3"-48"-16,-4-1-85 16,5 1-35-16,0 0-54 0,0 0-8 15,0 0-12-15,0-1-7 16,0 1-19-16,0 0-10 15,0 0-18-15,1 0-8 16,0 0-13-16,0 0-4 16,5 0-9-16,-1 1-3 15,3 1-5-15,4 2-3 16,-7-2-2-16,3 3-1 0,4 1 3 16,0 1 0-1,30 18 2-15,-26-19 1 16,-9-2-2-16,-3 0 1 0,2-3 3 15,-2 2 2-15,-3-2 10 16,0-1 2-16,0 0 3 16,0-1 3-16,0 1 0 15,0 0 0-15,0-10 1 16,1-6-3-16,4-34-9 16,-5 32-3-16,-4-1-10 15,2 0-2-15,-1 4-6 16,-1 8-3-16,2-4-6 15,-1 6-4-15,2 1-31 16,1 0-33-16,4 7-107 16,5 0-83-16,7 4 156 15</inkml:trace>
  <inkml:trace contextRef="#ctx0" brushRef="#br0" timeOffset="24277.92">7460 14336 419 0,'-1'-1'291'0,"0"0"-18"0,0 0-55 15,0 0-29-15,0 0-36 16,0 0-8-16,0 0-16 16,0-1-7-16,0 1-6 15,1 1-10-15,0 0-14 16,0 0-9-16,0 0-15 16,0 0-2-16,4 7-8 15,1 2-3-15,0-2-9 16,5 2-5-16,29 28-8 15,-29-27-1-15,5 3-5 16,-2 0 0-16,0 2-1 16,4 0 0-16,-3-3 2 15,7 2 1-15,-5-3-1 0,-1-3-2 16,-4 1-2 0,-4-3-2-16,1 1-1 0,-3-3-1 15,0-3-5-15,-4-3-2 16,-1 0-5-16,0 1-2 15,0 1-3-15,0 0-2 16,0 0-37-16,0 0-41 16,0 0-155-16,2-1-106 15,18-1 205-15</inkml:trace>
  <inkml:trace contextRef="#ctx0" brushRef="#br0" timeOffset="25243.15">7781 14450 659 0,'-38'-17'356'0,"35"12"-83"15,-2 1-17-15,1 1-60 16,0-1-22-16,-3 2-22 16,7-1-19-16,-5 1-25 15,2 2-12-15,2 0-24 16,0 0-9-16,0 0-10 0,0 0-8 15,0 0-6 1,0 0-1-16,1 0-6 0,2 9-1 16,1 2-4-16,4 1-3 15,24 30-4-15,-21-29-1 16,2 1-5-16,0-3-2 16,-4-2-2-16,4 3-1 15,-3-3-1-15,0 2-2 16,-4 0 0-16,0-2-1 15,0-2 0-15,-3-2-1 0,2-2 0 16,1 0 1-16,-3-2 0 16,-2-1 0-16,0 0 0 15,0-1 1-15,-1 0-2 16,0 0 1-16,0 0-1 16,0 0 1-16,0 0-1 15,-1 0-1-15,-5 1 0 16,-11 0-1-16,-26 6 2 15,23 1-1-15,0-1 3 16,1 8 2-16,5 0 2 16,2-7 0-16,3-1 0 15,2 0-1-15,2-2-2 16,-1-1-3-16,5 0-1 16,-3-6-2-16,10 5-1 15,-5-2-6-15,0 0-54 16,0 0-40-16,0-1-159 15,2 0-127-15,20 3 244 16</inkml:trace>
  <inkml:trace contextRef="#ctx0" brushRef="#br0" timeOffset="25775">8015 14659 738 0,'-4'0'379'0,"1"0"-118"16,1-1-19-16,0 0-73 16,1 1-19-16,1 0-19 15,0 0-13-15,0 0-15 16,0-1-3-16,0 0-15 16,0 1-5-16,1 0-10 15,1 0-9-15,3 1-7 16,-1-1-7-16,1 1-8 0,8 4-3 15,21 10-4-15,-20-8-1 16,-1 1-2-16,0-4-4 16,2 4-3-16,-7-2-1 15,-1-4-6-15,2 0-1 16,3 2-6-16,-1-3-1 16,1-1-2-16,0 3-1 15,-4-6-2-15,5 3 1 16,2 3-2-16,-3-2-1 0,2 4-2 15,-7-2-16-15,-3 0-67 16,0 0-46-16,3-2-181 16,2-1 194-16</inkml:trace>
  <inkml:trace contextRef="#ctx0" brushRef="#br0" timeOffset="26575.33">8385 14778 527 0,'3'-1'373'0,"-2"0"62"0,-1 0-106 15,0 0-93-15,1 0-39 16,0 0-72-16,1 0-13 16,-2 0-19-16,0 0-7 15,0 0-9-15,0-1-1 16,0 1-5-16,-1-3-2 0,-1-4-1 16,-3-2-8-1,-3-3-11-15,-26-22-6 0,22 25-12 16,-1 7-3-16,2-1-6 15,1-5-1-15,2 2-7 16,0 2-4-16,6 5-3 16,-1-2-3-16,3 2-1 15,0-1 1-15,0 0-2 16,0-1 0-16,0 1-1 16,0 0 0-16,0 0 1 15,0 1-1-15,0 0 0 16,0 0 0-16,5 1-1 15,1 0 1-15,2 2 0 16,0-1 1-16,1 0 0 16,2 1 2-16,27 11-1 15,-29-7 1-15,2 3 0 16,1 0-2-16,-2 1 1 16,0-8-1-16,-1 5-1 15,-3-4 0-15,0-2 2 0,-1 6 1 16,-1-5 3-16,0-2 2 15,-1 5 2-15,0-5-1 16,-3-1 0-16,0 0-1 16,0 0 1-16,0 0 1 15,-1 0 1-15,0 0 1 16,-2 4-2-16,-2 7-1 16,-8 1 1-16,-28 30-1 15,29-29 1-15,-2 0-2 16,5 0-2-16,-1-2-1 0,1-2-2 15,2-3-1-15,4-1-2 16,2-2-1-16,0-3-8 16,1-1-19-16,0 0-56 15,0 0-37-15,0 0-83 16,2-1-54-16,11-6-169 16,0 0-245-16,29-10 436 15</inkml:trace>
  <inkml:trace contextRef="#ctx0" brushRef="#br0" timeOffset="27310.89">8517 14772 576 0,'0'-1'369'0,"1"-2"-41"16,-1 1-70-16,0 1-26 15,0 0-46-15,0 0-16 0,0 0-30 16,0-1-12-16,0 1-18 16,0 0-10-16,0 0-15 15,0-1-9-15,0 1-18 16,0 0-7-16,0 0-17 15,1 0-4-15,9-4-6 16,-3 0-2-16,7 1-3 16,25-7-1-16,-23 11-5 15,-2-2-1-15,-7 1-5 16,1-2-1-16,-8 2-3 16,1 0 0-16,0 1-1 15,-1 0 0-15,0 0 1 16,0 0-1-16,0 0 2 15,0-1 0-15,0 1 1 16,-1-1-1-16,0 0-1 16,0 0 0-16,0 0-1 15,0 0 0-15,-10-4 0 16,7 3 1-16,1 0 0 16,-6-4 1-16,6 4 2 0,-4-3-1 15,6 3 1-15,-4-3 0 16,4 4 1-16,0 0 1 15,0 0 1-15,0 0 0 16,-1 0-1-16,1 0-1 16,0 0 0-16,1-1-2 15,0 2 1-15,0 0 0 0,0 0 1 16,0 0 0-16,6 8 0 16,1 2 0-16,-6-3 0 15,31 29-1-15,-36-28-1 16,5-1 0-16,1 2-2 15,-1-3 0-15,-3-1-1 16,-1 1 1-16,4 0-1 16,-3-1-1-16,-4-5-5 15,1 0-20-15,-1 1-68 16,3-2-45-16,2 1-127 16,0 0 158-16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7" units="cm"/>
          <inkml:channel name="Y" type="integer" max="1740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2632" units="1/cm"/>
          <inkml:channelProperty channel="Y" name="resolution" value="1000.1149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9T07:55:20.48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6">
        <inkml:traceFormat>
          <inkml:channel name="X" type="integer" max="12376" units="cm"/>
          <inkml:channel name="Y" type="integer" max="696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1-10-29T07:56:31.641"/>
    </inkml:context>
  </inkml:definitions>
  <inkml:trace contextRef="#ctx0" brushRef="#br0">20287 9679 167 0,'0'0'137'0,"0"0"37"0,0 0-26 15,0 0-21-15,0 0-10 16,0 0-7-16,0 0-5 16,0 0-8-16,0 0-4 15,0 0-13-15,0 0-6 0,0 0-19 16,0 0-3-16,0 0-7 15,0 0-2-15,1 6 6 16,-1-4-3-16,-1-2-5 16,0 0-3-16,0 0-8 15,0 0-5-15,0 0-4 16,-1 0-1-16,1 0-3 16,0 0-1-16,0 0-1 15,0 0-1-15,1 0-2 16,0 0 1-16,0 0-2 15,0 0 0-15,0 0 1 16,0 0 0-16,2 5 4 16,-1 0 2-16,0 4 4 15,-1-5 2-15,0 4 0 16,-1-6 0-16,0 1-2 0,0-3-1 16,0 0-4-16,0 0-3 15,0 0-5-15,0 0-2 16,0 0-1-16,0-1 0 15,1 0 2-15,0 0-2 16,0 0 1-16,0 0 0 16,0 0-1-16,0-1 2 15,0 1 4-15,0 0 0 16,0 0 5-16,0 1 0 16,0 0 0-16,0 0-1 0,1 2 0 15,3 9 0-15,-3-5-1 16,-1-3-1-16,-1 4-3 15,0-7-1-15,0 0-3 16,0 0-1-16,0 0 0 16,0 0-2-16,0 0 2 15,-1 0-1-15,1 0-2 16,0-1 2-16,0-1-1 16,0 1 1-16,1 0 1 15,0 0 0-15,0 0 2 16,0 0 1-16,0 1 1 15,0 0 0-15,0 0 6 16,0 0 0-16,0 0 3 16,0 0 1-16,0 0-3 15,0 0-1-15,0 0-4 16,0 0-4-16,0 0-8 16,0 0-15-16,0 0-122 0,0 0-119 15,0-1 156-15</inkml:trace>
  <inkml:trace contextRef="#ctx0" brushRef="#br0" timeOffset="8875.04">20312 9734 84 0,'0'0'72'0,"0"0"19"16,0 0-9-16,0 0-18 0,0 0-3 16,0-1 0-16,0 1 2 15,0 0-3-15,0 0-7 16,0 0-9-16,0 0-5 16,7-1-1-16,-2 0 1 15,4 0-3-15,0 0-4 16,1 0-8-16,28 2-7 15,-26 2-9-15,2-1-2 16,3 2-3-16,-3-1-1 16,1 0 0-16,-2-1-2 15,-4-2 1-15,11 7 0 0,-7-1 0 16,-1-1 0-16,1 0-1 16,-6-2 0-16,5 3 1 15,-1 2-1-15,6-2 1 16,-1 4-1-16,3-1 0 15,-1-7 1-15,-1 1-1 16,-2-3 1-16,3 0-1 16,1 6 0-16,-2 0 0 15,3 1 0-15,-3-3 0 16,2-1 0-16,0 2 0 16,-2-2 0-16,4 4 0 15,0-3 1-15,-1 2-1 16,-1-1 0-16,0-2 0 15,-1 1 0-15,-5-4 0 16,8 4 0-16,-1-1 1 16,0 2-1-16,2 1 0 15,-7-4 0-15,-1 3 0 0,0-2 0 16,-2 1-1-16,0 3 1 16,3-2 0-16,-2 0 0 15,3-2 0-15,2 0-1 16,-6-1 0-16,3 2 0 15,-1-1 0-15,-1 0 0 16,4 1 0-16,-4-2-2 0,-2 1-1 16,-1-2-1-16,2 2-2 15,-1-1 0-15,-1 0-1 16,3 2 2-16,-2-2-1 16,-1 1 0-16,2 1-1 15,-4-2-1-15,0 0 1 16,0 3 0-16,-1-2 1 15,1 0 1-15,1 1 3 16,0-2 1-16,-3-1 1 16,3 1 0-16,0 1 0 15,3 0 1-15,-5 0 0 16,-1-1 0-16,-4 0-1 16,-2 0 1-16,0-2-2 15,0 0 1-15,8 2-1 16,7 1-1-16,20 6 1 15,-20-6 0-15,5 0 2 16,-4-1 0-16,9 4-1 16,-8-4 0-16,1 1-1 0,3 1-1 15,-4 0-8-15,0 0-9 16,1 2-7-16,1 0-1 16,-1 1 6-16,2-2 8 15,-2 0-3-15,0 2-7 16,3 0-13-16,0 1-5 15,2 2-3-15,-2-6 5 16,-2 0 9-16,0 5 7 0,7-2 6 16,1 2 2-16,2-1 1 15,5 3 0-15,-4 0 6 16,-1-8 4-16,4 7 4 16,-3-4 1-16,-5-1 0 15,3 8 0-15,-4-5 0 16,1 2 0-16,1 2 0 15,-3-5 0-15,-1 1 1 16,2 3-1-16,-1-4 1 16,4 2 0-16,3 6-1 15,-9-11 1-15,6 4 0 16,-2-1 0-16,0-3 0 16,5 3-1-16,-2 0 1 15,-2-3-1-15,0 4 2 16,-1 0-1-16,1-4 1 15,-1 5 1-15,0 0 1 16,2-2 1-16,-1 3 1 0,1-1 1 16,-1-4-1-16,-3 0 1 15,8 1 2-15,-3-1 1 16,5 2 4-16,2-1 1 16,0-1 3-16,1 0 0 15,-3-2 3-15,-1 1 4 16,-3 2 6-16,4-1 1 0,1 3-1 15,-1-2-3-15,-1 2-8 16,-6 1-4-16,1 1-7 16,5-2-4-16,-4 1-2 15,7-1 0-15,6 0 2 16,2-2 1-16,5 3 1 16,-1-1 0-16,-7 0-1 15,-3 0-1-15,0 2-1 16,-3-3 1-16,0 6 2 15,-2-4 3-15,5 0 1 16,14 1-1-16,4-2-2 16,2 5-2-16,-2-2-2 15,-10-1-1-15,-3-2-1 16,1 2-1-16,-7-1 0 16,0 6 1-16,6-4 0 15,4-2 2-15,17 3 4 16,1-3 1-16,-1 4 2 0,-5-2-2 15,-12 1-3-15,-4-6-2 16,-6 3-1-16,8 1 0 16,6-3 0-16,15 5 1 15,1-4 1-15,-5-1 0 16,-6-2-2-16,-5 4 0 16,-11-1-1-16,-6 2 0 15,-1 0-1-15,6-3 1 0,19 3 0 16,11-2-1-16,2 1 1 15,-9-3-1-15,-9 1 0 16,-7 0 0-16,-9 0 0 16,-1 2 0-16,-1-2 0 15,-6-1-1-15,17 0 1 16,6 0 0-16,5 2 0 16,2 1 0-16,-8-2-1 15,-7 1 1-15,-3-2 0 16,0 2-1-16,-6-1 1 15,-3 2 0-15,-1-1 0 16,8 2 0-16,10-3 0 16,7 3 0-16,-1 0 0 15,-2-2 0-15,-5 2 0 16,-2-3-1-16,-3 2 1 16,-2 1-1-16,-6-6 0 15,1 6 0-15,5-3 0 0,2-3 0 16,10 7 1-16,-3-4-1 15,-4 0 0-15,-4 2 0 16,-5-1 0-16,1 0 0 16,-3-2 0-16,-1 5 0 15,-2-2 0-15,-2-1 0 16,0 0 0-16,0-4 0 16,6 2 0-16,1-1 1 0,1 0-1 15,0 6 1-15,-9-9-1 16,-1 1 1-16,-3 3-1 15,0-4 0-15,-2 3 0 16,0 2 0-16,-4-1 1 16,-1-3-1-16,0 0 0 15,-1 0 0-15,-1-2 0 16,2 6 0-16,2-2 0 16,-2-2 1-16,-1-1-1 15,-4-1 0-15,-6-2 1 16,6 3-1-16,-5-2 0 15,3 2 1-15,-5 0-1 16,0-2 1-16,0 0-1 16,0 0 0-16,-3 0 0 15,-2 0 1-15,0 0-1 16,0 0 1-16,0 0-1 16,0 0 1-16,0 0 0 0,0 0 0 15,0 0 2-15,0 0-1 16,0 0 1-16,0 0 1 15,2 0 0-15,2 1 3 16,-4-1 5-16,4 0 1 16,-4 0 2-16,0 0 0 15,2 0 0-15,-1 0 1 16,10 4 1-16,-7-3-1 16,0 0 2-16,0 0 1 0,-2-1 4 15,4 2 2-15,-2-1-1 16,-4-1-4-16,2 0-5 15,-1 0-2-15,3 1 0 16,-1 0 2-16,1 1 2 16,-2-2 0-16,1 0 0 15,-1 1-2-15,-1-1-1 16,-1 0-2-16,0 0-2 16,0 0-2-16,0 0-1 15,0 0-1-15,0 0-4 16,0 0-20-16,0 0 13 15</inkml:trace>
  <inkml:trace contextRef="#ctx0" brushRef="#br0" timeOffset="18465.59">27874 11374 245 0,'-1'-1'139'0,"0"0"-10"0,0 0 1 15,0 0-7-15,0-1-9 16,0 1-15-16,0 0-4 16,0 0-4-16,-1 0-2 15,1 0-6-15,0 0-1 16,0 0-11-16,0 0-2 15,0 0-2-15,0 0-4 16,-4-6-4-16,2 0-4 16,-1-1-7-16,-1-1-3 0,-23-25-6 15,16 26-1-15,-1 2-2 16,3 0-1-16,7 2-3 16,2 1-2-16,-1-2-4 15,2 4-2-15,-1 0-5 16,0 0-2-16,0 0-5 15,0 0-4-15,0 0-3 16,1 1-2-16,0 0 0 16,0 0 0-16,0 0 0 15,0 0 0-15,2 6 0 16,4 5-1-16,-2-3 0 16,26 26 1-16,-23-24-2 15,0-4 1-15,-2 5 0 16,3 1 0-16,-1-3 0 15,0 0-1-15,0-1 1 16,0 0 1-16,-1 0-1 0,-1 1 1 16,0-4 0-16,0 0 1 15,-3 0 2-15,1-4 2 16,-1 2 2-16,-2-3 0 16,0 0 2-16,0 0 0 15,0 0 1-15,-1 0 0 16,0 0 0-16,1 0-2 15,0 0-2-15,0 0-3 16,0 0 0-16,-1 0-1 0,-1 0-1 16,2 0 0-16,0 0 0 15,-1 0 1-15,0 0 0 16,0 0 1-16,0 1 2 16,-2 3-1-16,1-2 0 15,-4 0 0-15,-5 1 1 16,6 1 1-16,0 1 0 15,-7-2 0-15,7 3 2 16,-31 27 1-16,25-30 2 16,3 2 1-16,-5 0 0 15,1-1-1-15,-1 2-2 16,4-2-3-16,8 1-2 16,-3 1-1-16,2-3 0 15,2 2 0-15,-4-4-1 16,3-1-1-16,0 0-1 15,0 0-1-15,0 0 0 16,0 0 1-16,-1 0-1 0,1 0 0 16,0 0-1-16,1-1-1 15,-1-1-5-15,1 1-25 16,0 0-131-16,0-5-111 16,2-5 162-16</inkml:trace>
  <inkml:trace contextRef="#ctx0" brushRef="#br0" timeOffset="62979.34">27855 11408 117 0,'0'-1'96'15,"0"0"26"-15,0 0-6 16,0 0-4-16,0-1-11 0,0 1-12 16,0 0-7-16,0 1-10 15,0-1 0-15,0 0-1 16,0 1 0-16,0 0-4 16,0 0-3-16,-2 0-6 15,1 0-3-15,0 0-9 16,0 0-1-16,0 0-7 15,0 0-3-15,0 0-1 16,0 0 1-16,0 0 4 16,0 0 0-16,-5 1-3 15,1 0-3-15,0-1-7 16,0 1-3-16,2-1-3 16,-2 0 0-16,4 0 2 15,-1 0 2-15,-6 3 0 16,3-1 0-16,-4 0 1 0,-2 2-2 15,8-3-3-15,-7 3-3 16,-24 13-4 0,30-15 0-16,-8 2 0 15,1-1 1-15,-1-1-2 0,-3 1 0 16,4 2-2-16,2 1-1 16,-8 0-2-16,4-1 1 15,-7 1 0-15,-1-6-1 16,5 4-1-16,0-2 0 15,-1 2-2-15,0 1 0 0,0-1 0 16,-2 1-1-16,-1 1 0 16,0 2 0-16,-5-2-1 15,1 1 0-15,-1-1 0 16,1 0-1-16,1 2 1 16,2-4-1-16,4 3 2 15,-6-2-1-15,0-1 0 16,-3 1 1-16,-2 1-1 15,0-1-1-15,2 3 1 16,2-2-1-16,-6 0 0 16,5 0 0-16,-1-1-1 15,-1 1 1-15,1 2-1 16,0 1 0-16,-1-4 0 16,-3 1 1-16,-1-5-1 15,2 2 0-15,4 7 0 16,0-1 1-16,-3-1-1 15,-3 2 1-15,-8-4-1 0,2 2 1 16,0 2-1-16,-1-5 0 16,4 1 1-16,-4 0 0 15,3-1-1-15,2 2 0 16,-7-2 1-16,4 2-1 16,1 2 0-16,-6-4 0 15,2 2 1-15,-7-1-1 0,-4-1 1 16,-1 3-1-16,2 3 1 15,3-2 0-15,-4 0-1 16,6-2 1-16,-2-5-1 16,4 2 0-16,3 1 1 15,-6 0-1-15,1 1 1 16,-1-1-1-16,-3-2 0 16,0 1 1-16,3 2-1 15,-9 0 0-15,5 0 0 16,3-1 0-16,-9-1 1 15,2 1-1-15,-2 2 1 16,-7-3-1-16,3 3 0 16,6-1 1-16,-1-1-1 15,4 0 1-15,-4-3-1 16,-6-1 2-16,0 0 0 16,-5 3 0-16,6-2 1 15,1 2 0-15,5-2 0 0,2 1-1 16,6-1 0-16,-3-2 1 15,-1 1-1-15,-1-1 0 16,0 0 0-16,5-1-1 16,4 1 0-16,0-1-1 15,2 1 1-15,-5-1 0 16,8 1 0-16,-1-1 1 16,0 1 3-16,0 0 0 0,-6 0 3 15,1 1 1 1,-2 1 0-16,1 1 0 0,-3 2-2 15,-2-2 0-15,0 2 1 16,3-1-1-16,2-1 1 16,2 1 0-16,0 2 0 15,-9-2 0-15,0 3-3 16,-3-2 1-16,2-1-2 16,2 2-2-16,-1-1 1 15,5 0-1-15,5 1 0 16,4 0 0-16,0-2-1 15,-6 1 1-15,-3-1 0 16,-1 0-1-16,1 3 1 16,2 0 0-16,-1 0 1 15,0 0 0-15,4 2-1 0,2-2 1 16,3 1 0-16,0 2-1 16,2-3-1-16,-2 4 1 15,3-4-1-15,1-1 0 16,-1-3 0-16,4 2 0 15,3-1 0-15,-1 4 1 16,3 1-1-16,1-6 1 16,-3-1 0-16,2 3 0 15,0-5 0-15,2 2-1 0,4 8 0 16,-2-4-1 0,2 4 0-16,0-2 0 15,5 4 1-15,-2-10-1 0,4 7 0 16,-2-1 0-16,2-6 1 15,-1 2-1-15,-2-4 0 16,2 3 0-16,-4-2 1 16,4 5-1-16,0-3 0 15,-3 2 0-15,2-5 0 16,0 0 0-16,0 0 0 16,1 3 0-16,1 2 0 15,-3 0 0-15,4 1 1 16,1-7-1-16,2 3 1 15,-1 1-1-15,1-1 0 16,-1 2 0-16,2 1 0 16,-2-5 0-16,2 1 0 15,-1 1-1-15,-1-1 0 0,2 2-2 16,0-3-15-16,-1 5-23 16,2-8-124-16,-2 2-108 15,1 3 167-15</inkml:trace>
  <inkml:trace contextRef="#ctx0" brushRef="#br0" timeOffset="64785.7">21799 12128 285 0,'0'-1'177'15,"0"0"3"-15,0 0-7 16,0 0-22-16,0 0-16 15,0 0-26-15,0 0-13 16,0-1-15-16,0 1-5 0,0 0-9 16,0 0-2-16,0 0-9 15,0 1-1-15,0 0-6 16,0 0-1-16,0 6-5 16,-1 0-2-16,-2 2-6 15,-1 1-1-15,-3 6-2 16,-14 23 1-16,11-28 1 15,0 0-1-15,0-5-1 16,-2 5 0-16,2 2 0 16,-2 1 1-16,2-3-4 15,1 0-2-15,0-6-7 16,2 2-1-16,-3-3-6 16,4 2-1-16,3 1-3 15,-1-4-2-15,5 5-1 16,-2-2-1-16,0-2 0 15,0 0-1-15,0-3 0 0,1 0 1 16,0 0 0-16,0 0 2 16,0 0 0-16,-1 0 0 15,0 0-1-15,0 0 0 16,-1 0 1-16,1 0 0 16,0 0 2-16,0 4 1 15,0-3 3-15,0 0 0 16,0 2-1-16,0-2 0 0,-1 2-3 15,-2 1-2 1,2-1-2-16,1-2-1 0,-2 2-1 16,2-2-1-16,-2 1 0 15,2 2 0-15,0-4-1 16,1 3 1-16,0-2-1 16,0 1 1-16,0 1-1 15,0 1 1-15,1-1 0 16,0 0 1-16,2 2 0 15,-1-2-1-15,9 1 1 16,-1 1-1-16,26 24 1 16,-26-27 0-16,3 1 0 15,2-1 0-15,0 0 0 16,2-2-1-16,-3 0 0 16,-2 0 1-16,1-2-1 15,-4 1 2-15,1-2-2 16,-1 1 0-16,-4 0-2 0,1-1-2 15,-4 1-60 1,0-2-76-16,-3 4 89 0</inkml:trace>
  <inkml:trace contextRef="#ctx0" brushRef="#br0" timeOffset="70661.1">21720 12392 141 0,'-1'-1'104'16,"0"1"24"-16,0 0-1 16,0 0-12-16,-1 0-11 0,1 0-28 15,0 0-11-15,0 0-18 16,0 0-4-16,0 0-3 15,0 0 0-15,0 0-1 16,0 0-4-16,0 0-8 16,-1 0-2-16,2 0-7 15,0 0 1-15,0 0-1 16,0 0 0-16,0 0-2 16,0 0-3-16,5 1-5 15,3 1-2-15,-3-1-3 16,4 0 0-16,-2 0-1 15,1 1 0-15,4 0 0 16,24 8-1-16,-25-10 0 16,0 1 0-16,-1 1 0 15,2-1 0-15,0-1 0 16,2 0 0-16,4 0 0 16,-3 0 0-16,0 1 0 15,3 0 0-15,-4 0 0 16,-2 0 1-16,0-1-1 0,-6 1 0 15,1 1 0-15,11 1 0 16,-8-2 0 0,-6 0 0-16,2 0 0 0,8 0 1 15,2 1 0-15,0-2 0 16,-1 2 2-16,6 1 0 16,2-2 3-16,-8 1 0 15,0-1 1-15,-1 0-1 16,0-1 1-16,0 1 0 0,0 0 1 15,2 1 0-15,-1-2-2 16,1 0-1-16,2 1-1 16,-1 0-1-16,-1-1-2 15,-1 0 1-15,2 0 0 16,3 0-1-16,-2 0 0 16,1 0-1-16,-1 0 1 15,-6-1-1-15,8 1 0 16,-3 1 0-16,-4-1 0 15,4 1 0-15,-6-1 0 16,1 0-1-16,9 1 1 16,-6-1-1-16,5 1 1 15,-2-1-1-15,-2 0 1 16,4 0 0-16,0 1-1 0,0 1 1 16,-4 2 0-16,3-3-1 15,-3-1 0-15,3-1 0 16,2 1 0-16,0 1 1 15,1 0-1-15,1 2 0 16,0-2 0-16,-1 0 0 16,1 0 0-16,-2-1 0 15,2 3 1-15,-2-3-1 16,1 1 0-16,2 1 1 16,-3 0-1-16,6 2 0 0,-1-2 0 15,-3 0 0-15,2-1 0 16,-2 0 0-16,1 1 0 15,3 0 0-15,-2 3 0 16,0-5 1-16,4 2-1 16,-4-1 0-16,-1 1 0 15,-4 0 0-15,1 2 0 16,-5-3 0-16,5 0 0 16,3 3 0-16,-6-3 0 15,6 1 0-15,-4 1 0 16,2-3 1-16,6 1-1 15,0 0 1-15,0-1 0 16,-2 1 0-16,-5-1 0 16,2 0 0-16,-2 0 0 15,1 0 1-15,3 0-1 16,-2-1 0-16,7 1 1 0,-7 0-1 16,-3 0 1-16,6 0 0 15,-7 0-1-15,9 0 0 16,-1 0 0-16,-4-1 0 15,4 1-1-15,1 0 1 16,1 0 0-16,5 1 0 16,-4-1 0-16,-3 0 0 15,3 0 0-15,3 1 0 0,-1 1-1 16,4-2 0 0,2 1 0-16,-6-2 0 0,1 0 0 15,-2 0 0-15,6 1 0 16,8-1 0-16,1 1 0 15,5 0 1-15,-5 0-1 16,-3 0 0-16,6 0 0 16,0 0 0-16,-1-1 0 15,-2 0 0-15,5-3 0 16,1 1 0-16,7 2 0 16,2-1 0-16,5 1 0 15,1 1 0-15,-5-3 0 16,0 1 1-16,2-1-1 15,-2 1 0-15,6 0 0 16,-1-2 1-16,-3 1-1 16,0 1 0-16,-8 0 1 15,2 0-1-15,-2-2 0 0,-3 1 1 16,4 0-1-16,-7 2 0 16,-8-1 1-16,1 0-1 15,-4 1 0-15,4-1 0 16,-1-2 0-16,-3 0 1 15,1 1 0-15,-9-1-1 16,4 1 0-16,-1 1 1 16,-4 0-1-16,2 2 1 15,-7-1-1-15,1 1 0 0,1 0 1 16,2-1-1-16,-1 1 1 16,-1 0 0-16,-4-1-1 15,5 1 0-15,-7-1 1 16,3 0-1-16,-4-2 1 15,-2 2 0-15,2-1 1 16,-1 0 0-16,4 2 4 16,-5 0 2-16,0 0 0 15,-2 0 0-15,-1-1-4 16,0 0-1-16,-1 1-2 16,-1 0 0-16,-1 1 1 15,-1-1 0-15,0 0 4 16,-1 0 1-16,1 2 1 15,1 0 0-15,1 2-1 16,-2-3-2-16,0-1-2 0,0 1 1 16,1-1 0-1,1 2 1-15,1-1 0 0,3 1-1 16,-5-1-1-16,1 0 0 16,-6 0 1-16,0-1 0 15,4 2 2-15,-3-1 0 16,4 0 3-16,-4 0 1 15,-4-1 0-15,7 1 0 0,-7-1-1 16,4 0-1-16,0 0-2 16,-1 1 0-16,-2-1-2 15,5 2-1-15,-2-1-1 16,-5-1 0-16,2 0 0 16,-5 0 0-16,0-1 0 15,0 1 0-15,0 0 0 16,0 0 0-16,5 0-1 15,-1 0 1-15,3 0-1 16,-4 0 1-16,-3 0-1 16,4-1 2-16,-4 0-1 15,2 0 1-15,7 1 2 16,-7 0 0-16,-2-1 3 16,0 0 0-16,0 0 0 15,0 0 0-15,0-1-5 16,0 1 0-16,0 0 0 15,-1 0-1-15,0 0 1 16,-1 0-1-16,1 0-1 0,0 0 0 16,-2-1 1-16,1 1 0 15,-15-9 0-15,-18-11-1 16,30 18 1-16,-9-2 1 16,11 4 2-16,0 0 3 15,-6-2 3-15,3 1 1 16,-1-2 2-16,1 2-2 15,0 0 0-15,0 2-1 16,-2-1-3-16,8 0-2 0,0 1-2 16,0 0-1-16,0-1 0 15,-1 1-1-15,1 0 0 16,0 0 1-16,0 0 1 16,-1 0 0-16,0 0 0 15,1 0-1-15,0 0 0 16,0 0-1-16,0 0-1 15,0 0 1-15,0 0 0 16,0 0 0-16,0 0 0 16,0 0-1-16,0 0 2 15,3 1-1-15,4 2 2 16,-7-3 1-16,3 1-2 16,-3-1 1-16,0 0 0 15,8 3 1-15,-8-3 1 0,2 1 2 16,2 1 3-1,-4-2 0-15,0 0 0 0,0 0 1 16,0-2-3-16,0 1 1 16,0 0 0-16,-1 0-1 15,0 0-1-15,0 0 0 16,-1-1-3-16,-13-8-1 16,-28-26 1-16,31 30 0 15,1 5 3-15,1-1 0 16,3 2 0-16,2-4-1 15,-1-2-2-15,3 4 0 0,1 0-2 16,1 3 1-16,1-1-3 16,0 0 1-16,0 0 0 15,0 0 0-15,0 1-1 16,4 7 1-16,0-1-1 16,1-1 0-16,-1 1 0 15,4 0 0-15,2 0-1 16,28 27 1-16,-30-27 0 15,4 0 0-15,-8-3 0 16,7 3-1-16,-4-3 1 16,-5 0 0-16,1 1 0 15,0-3 1-15,-3-2 0 16,0 0-1-16,0 0 0 16,0 0 0-16,0 0 2 15,0 0 0-15,0 0 1 0,0 0 0 16,0 0 1-16,0 0-1 15,0 0 0-15,0 0 0 16,0 0 1-16,0 0 1 16,-1 0 1-16,0 0-2 15,-4 7-1-15,-1 0 0 16,2 1 0-16,-2 0 1 16,1-1 0-16,-1 0-1 0,1 2-1 15,-20 25-2-15,19-28-1 16,-2-2-2-16,2 0-29 15,-5-2-47-15,3 1-143 16,3 2-145-16,-6-2 223 16</inkml:trace>
  <inkml:trace contextRef="#ctx1" brushRef="#br0">27855 17312 0,'0'0'16,"0"0"-1,0 0 1,0 0 0,0 0-1,0 0 1,0 0 0,0 0-1,0 0 1,0 0-1,0 0 1,0 0 0,0 0-1,0 0 1,0 0 0,0 0-16,0 0 15,0 0 1,0 0-1</inkml:trace>
  <inkml:trace contextRef="#ctx0" brushRef="#br0" timeOffset="72322.59">27157 12449 127 0,'0'0'65'0,"2"0"-11"16,0 0 31-16,-2 0 19 16,0 0 17-16,0 0-5 15,0 0-20-15,0 0-10 16,0 0-25-16,-2 0-11 15,1 0-16-15,0 0-3 16,0 0-6-16,-1 0 0 16,-14 8-5-16,-27 11-1 15,29-14-6-15,-3-1-2 16,0 2-1-16,-2-1 0 16,-3-1 3-16,1 0 1 15,-3 0 4-15,-2 0 1 0,-1 3 3 16,-4-4 0-16,-3 2 4 15,5-2 2-15,-3-1-2 16,4 5-4-16,-2-2-7 16,-9-3-3-16,4 5-1 15,-5-4 2-15,2 2 0 16,1 4 0-16,-3-2-1 16,-3 2 1-16,-4-3 2 15,0 0 0-15,-3 1 1 16,2 0-1-16,-5-3-2 15,-1 5-1-15,0 0-3 16,-4-2-1-16,0-1-4 16,-3 2 0-16,8-1-2 15,-5 2 1-15,3 1 0 16,1-8 1-16,-5 4 0 16,6 1-1-16,-5-2 0 0,3 8-1 15,-6-12 0-15,10 6-1 16,-2-2 1-16,-2-2 0 15,7 6 1-15,-6-5 0 16,6 3 0-16,-1 0 0 16,2-1-2-16,-3 0 1 15,8 0 1-15,-2 1-1 0,-7-3 1 16,1-1 1-16,-5-3 1 16,-3 1 2-16,3 2 5 15,0 1 1-15,-3 4 3 16,6 0-2-16,3 1-3 15,-1-1-3-15,-7-5-2 16,1 2 0-16,-4-1 1 16,1 1-1-16,7 4 2 15,-8-3 1-15,9 0-1 16,-4 1 1-16,-3-3-2 16,2 3 0-16,-3-2-2 15,3 3-1-15,-5-2-1 16,3 3 1-16,4-2 2 15,-1 0 0-15,3 1 0 16,-3-1 0-16,-7 1-1 16,-2 0-1-16,6 2 2 15,2-1 1-15,4-3 0 0,10 2 1 16,2-2 0-16,-1 4-1 16,-4-2-1-16,-7 0-1 15,1-1-3-15,3 2 1 16,5-1-1-16,1 3 0 15,1-3 1-15,5 2-1 16,0-1 2-16,-1-9-1 0,9 4 1 16,0 2 0-16,4-6 1 15,5 14 0-15,-7-9 0 16,2-1 0-16,1 2-1 16,-2-9 0-16,3 0-1 15,1 3 0-15,6 0-1 16,1 8 1-16,1-2-1 15,1 0 0-15,1-1 0 16,1-9-1-16,-1 3 0 16,1 1-1-16,-1-1 0 15,4 4 1-15,1 0-1 16,-2-3 0-16,3 0 0 16,-1 0 0-16,-3-4 1 15,6 4-1-15,1 6 0 16,-8-8 0-16,10 6 0 15,-3-4-1-15,-4-4 0 16,9 7 0-16,-3-3-4 0,1 0-6 16,0-1-32-16,0 0-32 15,0 0-97-15,0 0-72 16,0 0 150-16</inkml:trace>
  <inkml:trace contextRef="#ctx0" brushRef="#br0" timeOffset="73029.3">22172 12972 295 0,'0'-1'172'16,"0"0"-39"-16,0 0-5 16,0 0 2-16,0 0-11 15,0 0-4-15,-1 0-8 16,0 1-2-16,0 0-13 15,0 0-7-15,-4 6-17 16,-4 6-5-16,-21 29-7 0,18-28 0 16,-4 0-4-16,2 2-4 15,0-1-8-15,1 0-4 16,2-2-8-16,1-2-3 16,0-1-5-16,10 8-2 15,-2-10-1-15,-2 7-2 16,-2-9-2-16,-8-6-2 15,2 3 0-15,10 1 0 16,2 4 0-16,0 1-1 0,0-3-2 16,-2-5-1-16,-2 0-2 15,4 0 0-15,0 0 0 16,0 0 0-16,0 0-1 16,0 0 1-16,0 0-1 15,0 0 0-15,1 0 0 16,12 8-2-16,-4-4-1 15,37 19 0-15,-30-21 0 16,1 3 0-16,2-2 1 16,0 0-1-16,-3-2 0 15,1-1 1-15,-3 4 0 16,0 1 0-16,-2 3 1 16,-1-3 0-16,-4 0 0 15,0-3-1-15,-5-2-1 16,0 3 0-16,-2-3-2 15,0 0-3-15,0 0-72 0,0-1-77 16,0 1 96-16</inkml:trace>
  <inkml:trace contextRef="#ctx0" brushRef="#br0" timeOffset="75805.92">22181 13208 129 0,'-1'0'77'15,"0"-5"-6"-15,1 7-12 0,0-2 2 16,0 0 12-16,0 0 4 16,0 0 4-16,0 0-1 15,0 0-17-15,6 4-12 16,4 0-24-16,0-1-9 15,28 13-8-15,-26-17 1 16,5 2 11-16,0 2 5 16,4 0 4-16,2 3-2 15,8-1-7-15,4-2-1 16,-3 0-1-16,-1-3-1 16,-7-1-4-16,9 2-1 0,3-4-2 15,7 2 0-15,4 1-1 16,-8-2 1-16,3 2-1 15,2 1 1-15,0-3 0 16,6 5-1-16,-3-3 0 16,1 4 0-16,5 3-3 15,-10-8 0-15,9 2-3 16,-4-2-1-16,5 1-1 16,-1 0 0-16,7-1-1 15,0 1 0-15,-4 0 0 16,1 0 0-16,0 0 1 15,-4 3 0-15,4-3 0 16,2 0-1-16,0 2 0 16,-1-6 0-16,3 4 0 15,-4 1 0-15,-4-3 2 16,2 0 2-16,-6-2 4 16,8 2 2-16,5 2 2 15,-5-2 2-15,5 1 3 0,1 1 6 16,4-1 10-16,5 1 2 15,7-2-9-15,-1-2-8 16,2 4-15-16,2 1-3 16,-3 1-1-16,-5-1 1 15,-2-8 1-15,2 7-1 0,-4-3 0 16,3 5 0-16,0 3 0 16,-5-8 1-16,1 3-1 15,-3 0 0-15,0 2-1 16,3 4 0-16,-7-2-1 15,-4-1 1-15,-3 0 0 16,-4-3 1-16,2 0 0 16,1-2 0-16,-5-3 0 15,1 5 0-15,-2 0 0 16,-5 0 0-16,3 0 3 16,-6 0 2-16,-10 0 3 15,5 1 0-15,-9-1 0 16,4-3-1-16,-5 2-2 15,-5-3-1-15,-4 3-1 16,-1 0-1-16,1 1-1 16,-1 0-1-16,-3 0 0 15,3-3 0-15,-5-2-1 16,0 3 1-16,1-2 0 0,-3 2 1 16,-1 2 2-16,4 3 1 15,-3-3 0-15,0 2-1 16,-1-5-2-16,-2-2 0 15,3 5 0-15,-2-2-1 16,1 4-1-16,-3-3 0 16,-3 0-1-16,0 0-1 15,0 0-7-15,0-1-4 0,0 1-4 16,0 0 1-16,0 0 4 16,0 0 2-16,0 0 3 15,0 0 0-15,0 0 1 16,0 0 1-16,0 0-1 15,0-1 1-15,0 1-1 16,1 0-3-16,3 1-7 16,1 0-5-16,-2 0-18 15,0 0-10-15,-3-1-16 16,2 0-2-16,3 0-2 16,-3 1 1-16,6 0-14 15,-3 0-19-15,0-1-12 16,2 1 5-16,-2 0 32 15,-2-1 26-15,2 1 25 16,-1 0-10-16,2 0-38 0,-6 0-16 16,0 0 4-16,3 0 19 15,-1 0 46-15,4 0 23 16,-4 0 34-16,-2 0 19 16,0-1 33-16,0 0 14 15,0 0 5-15,0 1-3 16,0 0-12-16,0 0-7 15,0-2-9-15,0 1 0 16,0 0 0-16,0 0 0 0,0 0-4 16,0 0-5-16,0 0-14 15,-1 0-8-15,-1-4-16 16,-3-4-6-16,-2 3-5 16,-4 1-1-16,-27-28 2 15,27 26 2-15,-1 0 1 16,-2 0 3-16,4 5-2 15,2 2-2-15,4 0-2 16,-1-2-4-16,5 4-4 16,0-2-1-16,0 0-1 15,0 0 0-15,0 0-1 16,0 0-2-16,6 3-3 16,4 3 0-16,4 2-1 15,27 19 1-15,-25-21 0 16,-2-1 0-16,-1-1 2 15,-2-2-2-15,0 1 1 16,4 3-1-16,-3-5 1 16,2 2 0-16,-8-3 3 0,4 0 3 15,2 3 5-15,2 0 2 16,2 3 3-16,-14-5 0 16,-3-1 3-16,1 4 2 15,-1-5-1-15,-1-1-1 16,1 1-6-16,0 0-4 15,0 0-4-15,0 1-1 16,-6 1-2-16,-3 1 0 0,-6 3 0 16,-24 16 0-16,34-9-2 15,-5 0 0-15,0 2 0 16,4-1 0-16,-6-3 0 16,2 0 0-16,0 0-2 15,-2-4 0-15,5-1-2 16,0 1-1-16,3-1-1 15,0-1-2-15,3 2-29 16,-1-2-34-16,0-3-124 16,-2-1-111-16,4 0 184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7" units="cm"/>
          <inkml:channel name="Y" type="integer" max="1740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2632" units="1/cm"/>
          <inkml:channelProperty channel="Y" name="resolution" value="1000.1149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9T07:55:20.48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6">
        <inkml:traceFormat>
          <inkml:channel name="X" type="integer" max="12376" units="cm"/>
          <inkml:channel name="Y" type="integer" max="696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1-10-29T07:56:31.641"/>
    </inkml:context>
  </inkml:definitions>
  <inkml:trace contextRef="#ctx0" brushRef="#br0">20287 9679 167 0,'0'0'137'0,"0"0"37"0,0 0-26 15,0 0-21-15,0 0-10 16,0 0-7-16,0 0-5 16,0 0-8-16,0 0-4 15,0 0-13-15,0 0-6 0,0 0-19 16,0 0-3-16,0 0-7 15,0 0-2-15,1 6 6 16,-1-4-3-16,-1-2-5 16,0 0-3-16,0 0-8 15,0 0-5-15,0 0-4 16,-1 0-1-16,1 0-3 16,0 0-1-16,0 0-1 15,0 0-1-15,1 0-2 16,0 0 1-16,0 0-2 15,0 0 0-15,0 0 1 16,0 0 0-16,2 5 4 16,-1 0 2-16,0 4 4 15,-1-5 2-15,0 4 0 16,-1-6 0-16,0 1-2 0,0-3-1 16,0 0-4-16,0 0-3 15,0 0-5-15,0 0-2 16,0 0-1-16,0-1 0 15,1 0 2-15,0 0-2 16,0 0 1-16,0 0 0 16,0 0-1-16,0-1 2 15,0 1 4-15,0 0 0 16,0 0 5-16,0 1 0 16,0 0 0-16,0 0-1 0,1 2 0 15,3 9 0-15,-3-5-1 16,-1-3-1-16,-1 4-3 15,0-7-1-15,0 0-3 16,0 0-1-16,0 0 0 16,0 0-2-16,0 0 2 15,-1 0-1-15,1 0-2 16,0-1 2-16,0-1-1 16,0 1 1-16,1 0 1 15,0 0 0-15,0 0 2 16,0 0 1-16,0 1 1 15,0 0 0-15,0 0 6 16,0 0 0-16,0 0 3 16,0 0 1-16,0 0-3 15,0 0-1-15,0 0-4 16,0 0-4-16,0 0-8 16,0 0-15-16,0 0-122 0,0 0-119 15,0-1 156-15</inkml:trace>
  <inkml:trace contextRef="#ctx0" brushRef="#br0" timeOffset="8875.04">20312 9734 84 0,'0'0'72'0,"0"0"19"16,0 0-9-16,0 0-18 0,0 0-3 16,0-1 0-16,0 1 2 15,0 0-3-15,0 0-7 16,0 0-9-16,0 0-5 16,7-1-1-16,-2 0 1 15,4 0-3-15,0 0-4 16,1 0-8-16,28 2-7 15,-26 2-9-15,2-1-2 16,3 2-3-16,-3-1-1 16,1 0 0-16,-2-1-2 15,-4-2 1-15,11 7 0 0,-7-1 0 16,-1-1 0-16,1 0-1 16,-6-2 0-16,5 3 1 15,-1 2-1-15,6-2 1 16,-1 4-1-16,3-1 0 15,-1-7 1-15,-1 1-1 16,-2-3 1-16,3 0-1 16,1 6 0-16,-2 0 0 15,3 1 0-15,-3-3 0 16,2-1 0-16,0 2 0 16,-2-2 0-16,4 4 0 15,0-3 1-15,-1 2-1 16,-1-1 0-16,0-2 0 15,-1 1 0-15,-5-4 0 16,8 4 0-16,-1-1 1 16,0 2-1-16,2 1 0 15,-7-4 0-15,-1 3 0 0,0-2 0 16,-2 1-1-16,0 3 1 16,3-2 0-16,-2 0 0 15,3-2 0-15,2 0-1 16,-6-1 0-16,3 2 0 15,-1-1 0-15,-1 0 0 16,4 1 0-16,-4-2-2 0,-2 1-1 16,-1-2-1-16,2 2-2 15,-1-1 0-15,-1 0-1 16,3 2 2-16,-2-2-1 16,-1 1 0-16,2 1-1 15,-4-2-1-15,0 0 1 16,0 3 0-16,-1-2 1 15,1 0 1-15,1 1 3 16,0-2 1-16,-3-1 1 16,3 1 0-16,0 1 0 15,3 0 1-15,-5 0 0 16,-1-1 0-16,-4 0-1 16,-2 0 1-16,0-2-2 15,0 0 1-15,8 2-1 16,7 1-1-16,20 6 1 15,-20-6 0-15,5 0 2 16,-4-1 0-16,9 4-1 16,-8-4 0-16,1 1-1 0,3 1-1 15,-4 0-8-15,0 0-9 16,1 2-7-16,1 0-1 16,-1 1 6-16,2-2 8 15,-2 0-3-15,0 2-7 16,3 0-13-16,0 1-5 15,2 2-3-15,-2-6 5 16,-2 0 9-16,0 5 7 0,7-2 6 16,1 2 2-16,2-1 1 15,5 3 0-15,-4 0 6 16,-1-8 4-16,4 7 4 16,-3-4 1-16,-5-1 0 15,3 8 0-15,-4-5 0 16,1 2 0-16,1 2 0 15,-3-5 0-15,-1 1 1 16,2 3-1-16,-1-4 1 16,4 2 0-16,3 6-1 15,-9-11 1-15,6 4 0 16,-2-1 0-16,0-3 0 16,5 3-1-16,-2 0 1 15,-2-3-1-15,0 4 2 16,-1 0-1-16,1-4 1 15,-1 5 1-15,0 0 1 16,2-2 1-16,-1 3 1 0,1-1 1 16,-1-4-1-16,-3 0 1 15,8 1 2-15,-3-1 1 16,5 2 4-16,2-1 1 16,0-1 3-16,1 0 0 15,-3-2 3-15,-1 1 4 16,-3 2 6-16,4-1 1 0,1 3-1 15,-1-2-3-15,-1 2-8 16,-6 1-4-16,1 1-7 16,5-2-4-16,-4 1-2 15,7-1 0-15,6 0 2 16,2-2 1-16,5 3 1 16,-1-1 0-16,-7 0-1 15,-3 0-1-15,0 2-1 16,-3-3 1-16,0 6 2 15,-2-4 3-15,5 0 1 16,14 1-1-16,4-2-2 16,2 5-2-16,-2-2-2 15,-10-1-1-15,-3-2-1 16,1 2-1-16,-7-1 0 16,0 6 1-16,6-4 0 15,4-2 2-15,17 3 4 16,1-3 1-16,-1 4 2 0,-5-2-2 15,-12 1-3-15,-4-6-2 16,-6 3-1-16,8 1 0 16,6-3 0-16,15 5 1 15,1-4 1-15,-5-1 0 16,-6-2-2-16,-5 4 0 16,-11-1-1-16,-6 2 0 15,-1 0-1-15,6-3 1 0,19 3 0 16,11-2-1-16,2 1 1 15,-9-3-1-15,-9 1 0 16,-7 0 0-16,-9 0 0 16,-1 2 0-16,-1-2 0 15,-6-1-1-15,17 0 1 16,6 0 0-16,5 2 0 16,2 1 0-16,-8-2-1 15,-7 1 1-15,-3-2 0 16,0 2-1-16,-6-1 1 15,-3 2 0-15,-1-1 0 16,8 2 0-16,10-3 0 16,7 3 0-16,-1 0 0 15,-2-2 0-15,-5 2 0 16,-2-3-1-16,-3 2 1 16,-2 1-1-16,-6-6 0 15,1 6 0-15,5-3 0 0,2-3 0 16,10 7 1-16,-3-4-1 15,-4 0 0-15,-4 2 0 16,-5-1 0-16,1 0 0 16,-3-2 0-16,-1 5 0 15,-2-2 0-15,-2-1 0 16,0 0 0-16,0-4 0 16,6 2 0-16,1-1 1 0,1 0-1 15,0 6 1-15,-9-9-1 16,-1 1 1-16,-3 3-1 15,0-4 0-15,-2 3 0 16,0 2 0-16,-4-1 1 16,-1-3-1-16,0 0 0 15,-1 0 0-15,-1-2 0 16,2 6 0-16,2-2 0 16,-2-2 1-16,-1-1-1 15,-4-1 0-15,-6-2 1 16,6 3-1-16,-5-2 0 15,3 2 1-15,-5 0-1 16,0-2 1-16,0 0-1 16,0 0 0-16,-3 0 0 15,-2 0 1-15,0 0-1 16,0 0 1-16,0 0-1 16,0 0 1-16,0 0 0 0,0 0 0 15,0 0 2-15,0 0-1 16,0 0 1-16,0 0 1 15,2 0 0-15,2 1 3 16,-4-1 5-16,4 0 1 16,-4 0 2-16,0 0 0 15,2 0 0-15,-1 0 1 16,10 4 1-16,-7-3-1 16,0 0 2-16,0 0 1 0,-2-1 4 15,4 2 2-15,-2-1-1 16,-4-1-4-16,2 0-5 15,-1 0-2-15,3 1 0 16,-1 0 2-16,1 1 2 16,-2-2 0-16,1 0 0 15,-1 1-2-15,-1-1-1 16,-1 0-2-16,0 0-2 16,0 0-2-16,0 0-1 15,0 0-1-15,0 0-4 16,0 0-20-16,0 0 13 15</inkml:trace>
  <inkml:trace contextRef="#ctx0" brushRef="#br0" timeOffset="18465.59">27874 11374 245 0,'-1'-1'139'0,"0"0"-10"0,0 0 1 15,0 0-7-15,0-1-9 16,0 1-15-16,0 0-4 16,0 0-4-16,-1 0-2 15,1 0-6-15,0 0-1 16,0 0-11-16,0 0-2 15,0 0-2-15,0 0-4 16,-4-6-4-16,2 0-4 16,-1-1-7-16,-1-1-3 0,-23-25-6 15,16 26-1-15,-1 2-2 16,3 0-1-16,7 2-3 16,2 1-2-16,-1-2-4 15,2 4-2-15,-1 0-5 16,0 0-2-16,0 0-5 15,0 0-4-15,0 0-3 16,1 1-2-16,0 0 0 16,0 0 0-16,0 0 0 15,0 0 0-15,2 6 0 16,4 5-1-16,-2-3 0 16,26 26 1-16,-23-24-2 15,0-4 1-15,-2 5 0 16,3 1 0-16,-1-3 0 15,0 0-1-15,0-1 1 16,0 0 1-16,-1 0-1 0,-1 1 1 16,0-4 0-16,0 0 1 15,-3 0 2-15,1-4 2 16,-1 2 2-16,-2-3 0 16,0 0 2-16,0 0 0 15,0 0 1-15,-1 0 0 16,0 0 0-16,1 0-2 15,0 0-2-15,0 0-3 16,0 0 0-16,-1 0-1 0,-1 0-1 16,2 0 0-16,0 0 0 15,-1 0 1-15,0 0 0 16,0 0 1-16,0 1 2 16,-2 3-1-16,1-2 0 15,-4 0 0-15,-5 1 1 16,6 1 1-16,0 1 0 15,-7-2 0-15,7 3 2 16,-31 27 1-16,25-30 2 16,3 2 1-16,-5 0 0 15,1-1-1-15,-1 2-2 16,4-2-3-16,8 1-2 16,-3 1-1-16,2-3 0 15,2 2 0-15,-4-4-1 16,3-1-1-16,0 0-1 15,0 0-1-15,0 0 0 16,0 0 1-16,-1 0-1 0,1 0 0 16,0 0-1-16,1-1-1 15,-1-1-5-15,1 1-25 16,0 0-131-16,0-5-111 16,2-5 162-16</inkml:trace>
  <inkml:trace contextRef="#ctx0" brushRef="#br0" timeOffset="62979.34">27855 11408 117 0,'0'-1'96'15,"0"0"26"-15,0 0-6 16,0 0-4-16,0-1-11 0,0 1-12 16,0 0-7-16,0 1-10 15,0-1 0-15,0 0-1 16,0 1 0-16,0 0-4 16,0 0-3-16,-2 0-6 15,1 0-3-15,0 0-9 16,0 0-1-16,0 0-7 15,0 0-3-15,0 0-1 16,0 0 1-16,0 0 4 16,0 0 0-16,-5 1-3 15,1 0-3-15,0-1-7 16,0 1-3-16,2-1-3 16,-2 0 0-16,4 0 2 15,-1 0 2-15,-6 3 0 16,3-1 0-16,-4 0 1 0,-2 2-2 15,8-3-3-15,-7 3-3 16,-24 13-4 0,30-15 0-16,-8 2 0 15,1-1 1-15,-1-1-2 0,-3 1 0 16,4 2-2-16,2 1-1 16,-8 0-2-16,4-1 1 15,-7 1 0-15,-1-6-1 16,5 4-1-16,0-2 0 15,-1 2-2-15,0 1 0 0,0-1 0 16,-2 1-1-16,-1 1 0 16,0 2 0-16,-5-2-1 15,1 1 0-15,-1-1 0 16,1 0-1-16,1 2 1 16,2-4-1-16,4 3 2 15,-6-2-1-15,0-1 0 16,-3 1 1-16,-2 1-1 15,0-1-1-15,2 3 1 16,2-2-1-16,-6 0 0 16,5 0 0-16,-1-1-1 15,-1 1 1-15,1 2-1 16,0 1 0-16,-1-4 0 16,-3 1 1-16,-1-5-1 15,2 2 0-15,4 7 0 16,0-1 1-16,-3-1-1 15,-3 2 1-15,-8-4-1 0,2 2 1 16,0 2-1-16,-1-5 0 16,4 1 1-16,-4 0 0 15,3-1-1-15,2 2 0 16,-7-2 1-16,4 2-1 16,1 2 0-16,-6-4 0 15,2 2 1-15,-7-1-1 0,-4-1 1 16,-1 3-1-16,2 3 1 15,3-2 0-15,-4 0-1 16,6-2 1-16,-2-5-1 16,4 2 0-16,3 1 1 15,-6 0-1-15,1 1 1 16,-1-1-1-16,-3-2 0 16,0 1 1-16,3 2-1 15,-9 0 0-15,5 0 0 16,3-1 0-16,-9-1 1 15,2 1-1-15,-2 2 1 16,-7-3-1-16,3 3 0 16,6-1 1-16,-1-1-1 15,4 0 1-15,-4-3-1 16,-6-1 2-16,0 0 0 16,-5 3 0-16,6-2 1 15,1 2 0-15,5-2 0 0,2 1-1 16,6-1 0-16,-3-2 1 15,-1 1-1-15,-1-1 0 16,0 0 0-16,5-1-1 16,4 1 0-16,0-1-1 15,2 1 1-15,-5-1 0 16,8 1 0-16,-1-1 1 16,0 1 3-16,0 0 0 0,-6 0 3 15,1 1 1 1,-2 1 0-16,1 1 0 0,-3 2-2 15,-2-2 0-15,0 2 1 16,3-1-1-16,2-1 1 16,2 1 0-16,0 2 0 15,-9-2 0-15,0 3-3 16,-3-2 1-16,2-1-2 16,2 2-2-16,-1-1 1 15,5 0-1-15,5 1 0 16,4 0 0-16,0-2-1 15,-6 1 1-15,-3-1 0 16,-1 0-1-16,1 3 1 16,2 0 0-16,-1 0 1 15,0 0 0-15,4 2-1 0,2-2 1 16,3 1 0-16,0 2-1 16,2-3-1-16,-2 4 1 15,3-4-1-15,1-1 0 16,-1-3 0-16,4 2 0 15,3-1 0-15,-1 4 1 16,3 1-1-16,1-6 1 16,-3-1 0-16,2 3 0 15,0-5 0-15,2 2-1 0,4 8 0 16,-2-4-1 0,2 4 0-16,0-2 0 15,5 4 1-15,-2-10-1 0,4 7 0 16,-2-1 0-16,2-6 1 15,-1 2-1-15,-2-4 0 16,2 3 0-16,-4-2 1 16,4 5-1-16,0-3 0 15,-3 2 0-15,2-5 0 16,0 0 0-16,0 0 0 16,1 3 0-16,1 2 0 15,-3 0 0-15,4 1 1 16,1-7-1-16,2 3 1 15,-1 1-1-15,1-1 0 16,-1 2 0-16,2 1 0 16,-2-5 0-16,2 1 0 15,-1 1-1-15,-1-1 0 0,2 2-2 16,0-3-15-16,-1 5-23 16,2-8-124-16,-2 2-108 15,1 3 167-15</inkml:trace>
  <inkml:trace contextRef="#ctx0" brushRef="#br0" timeOffset="64785.7">21799 12128 285 0,'0'-1'177'15,"0"0"3"-15,0 0-7 16,0 0-22-16,0 0-16 15,0 0-26-15,0 0-13 16,0-1-15-16,0 1-5 0,0 0-9 16,0 0-2-16,0 0-9 15,0 1-1-15,0 0-6 16,0 0-1-16,0 6-5 16,-1 0-2-16,-2 2-6 15,-1 1-1-15,-3 6-2 16,-14 23 1-16,11-28 1 15,0 0-1-15,0-5-1 16,-2 5 0-16,2 2 0 16,-2 1 1-16,2-3-4 15,1 0-2-15,0-6-7 16,2 2-1-16,-3-3-6 16,4 2-1-16,3 1-3 15,-1-4-2-15,5 5-1 16,-2-2-1-16,0-2 0 15,0 0-1-15,0-3 0 0,1 0 1 16,0 0 0-16,0 0 2 16,0 0 0-16,-1 0 0 15,0 0-1-15,0 0 0 16,-1 0 1-16,1 0 0 16,0 0 2-16,0 4 1 15,0-3 3-15,0 0 0 16,0 2-1-16,0-2 0 0,-1 2-3 15,-2 1-2 1,2-1-2-16,1-2-1 0,-2 2-1 16,2-2-1-16,-2 1 0 15,2 2 0-15,0-4-1 16,1 3 1-16,0-2-1 16,0 1 1-16,0 1-1 15,0 1 1-15,1-1 0 16,0 0 1-16,2 2 0 15,-1-2-1-15,9 1 1 16,-1 1-1-16,26 24 1 16,-26-27 0-16,3 1 0 15,2-1 0-15,0 0 0 16,2-2-1-16,-3 0 0 16,-2 0 1-16,1-2-1 15,-4 1 2-15,1-2-2 16,-1 1 0-16,-4 0-2 0,1-1-2 15,-4 1-60 1,0-2-76-16,-3 4 89 0</inkml:trace>
  <inkml:trace contextRef="#ctx0" brushRef="#br0" timeOffset="70661.1">21720 12392 141 0,'-1'-1'104'16,"0"1"24"-16,0 0-1 16,0 0-12-16,-1 0-11 0,1 0-28 15,0 0-11-15,0 0-18 16,0 0-4-16,0 0-3 15,0 0 0-15,0 0-1 16,0 0-4-16,0 0-8 16,-1 0-2-16,2 0-7 15,0 0 1-15,0 0-1 16,0 0 0-16,0 0-2 16,0 0-3-16,5 1-5 15,3 1-2-15,-3-1-3 16,4 0 0-16,-2 0-1 15,1 1 0-15,4 0 0 16,24 8-1-16,-25-10 0 16,0 1 0-16,-1 1 0 15,2-1 0-15,0-1 0 16,2 0 0-16,4 0 0 16,-3 0 0-16,0 1 0 15,3 0 0-15,-4 0 0 16,-2 0 1-16,0-1-1 0,-6 1 0 15,1 1 0-15,11 1 0 16,-8-2 0 0,-6 0 0-16,2 0 0 0,8 0 1 15,2 1 0-15,0-2 0 16,-1 2 2-16,6 1 0 16,2-2 3-16,-8 1 0 15,0-1 1-15,-1 0-1 16,0-1 1-16,0 1 0 0,0 0 1 15,2 1 0-15,-1-2-2 16,1 0-1-16,2 1-1 16,-1 0-1-16,-1-1-2 15,-1 0 1-15,2 0 0 16,3 0-1-16,-2 0 0 16,1 0-1-16,-1 0 1 15,-6-1-1-15,8 1 0 16,-3 1 0-16,-4-1 0 15,4 1 0-15,-6-1 0 16,1 0-1-16,9 1 1 16,-6-1-1-16,5 1 1 15,-2-1-1-15,-2 0 1 16,4 0 0-16,0 1-1 0,0 1 1 16,-4 2 0-16,3-3-1 15,-3-1 0-15,3-1 0 16,2 1 0-16,0 1 1 15,1 0-1-15,1 2 0 16,0-2 0-16,-1 0 0 16,1 0 0-16,-2-1 0 15,2 3 1-15,-2-3-1 16,1 1 0-16,2 1 1 16,-3 0-1-16,6 2 0 0,-1-2 0 15,-3 0 0-15,2-1 0 16,-2 0 0-16,1 1 0 15,3 0 0-15,-2 3 0 16,0-5 1-16,4 2-1 16,-4-1 0-16,-1 1 0 15,-4 0 0-15,1 2 0 16,-5-3 0-16,5 0 0 16,3 3 0-16,-6-3 0 15,6 1 0-15,-4 1 0 16,2-3 1-16,6 1-1 15,0 0 1-15,0-1 0 16,-2 1 0-16,-5-1 0 16,2 0 0-16,-2 0 0 15,1 0 1-15,3 0-1 16,-2-1 0-16,7 1 1 0,-7 0-1 16,-3 0 1-16,6 0 0 15,-7 0-1-15,9 0 0 16,-1 0 0-16,-4-1 0 15,4 1-1-15,1 0 1 16,1 0 0-16,5 1 0 16,-4-1 0-16,-3 0 0 15,3 0 0-15,3 1 0 0,-1 1-1 16,4-2 0 0,2 1 0-16,-6-2 0 0,1 0 0 15,-2 0 0-15,6 1 0 16,8-1 0-16,1 1 0 15,5 0 1-15,-5 0-1 16,-3 0 0-16,6 0 0 16,0 0 0-16,-1-1 0 15,-2 0 0-15,5-3 0 16,1 1 0-16,7 2 0 16,2-1 0-16,5 1 0 15,1 1 0-15,-5-3 0 16,0 1 1-16,2-1-1 15,-2 1 0-15,6 0 0 16,-1-2 1-16,-3 1-1 16,0 1 0-16,-8 0 1 15,2 0-1-15,-2-2 0 0,-3 1 1 16,4 0-1-16,-7 2 0 16,-8-1 1-16,1 0-1 15,-4 1 0-15,4-1 0 16,-1-2 0-16,-3 0 1 15,1 1 0-15,-9-1-1 16,4 1 0-16,-1 1 1 16,-4 0-1-16,2 2 1 15,-7-1-1-15,1 1 0 0,1 0 1 16,2-1-1-16,-1 1 1 16,-1 0 0-16,-4-1-1 15,5 1 0-15,-7-1 1 16,3 0-1-16,-4-2 1 15,-2 2 0-15,2-1 1 16,-1 0 0-16,4 2 4 16,-5 0 2-16,0 0 0 15,-2 0 0-15,-1-1-4 16,0 0-1-16,-1 1-2 16,-1 0 0-16,-1 1 1 15,-1-1 0-15,0 0 4 16,-1 0 1-16,1 2 1 15,1 0 0-15,1 2-1 16,-2-3-2-16,0-1-2 0,0 1 1 16,1-1 0-1,1 2 1-15,1-1 0 0,3 1-1 16,-5-1-1-16,1 0 0 16,-6 0 1-16,0-1 0 15,4 2 2-15,-3-1 0 16,4 0 3-16,-4 0 1 15,-4-1 0-15,7 1 0 0,-7-1-1 16,4 0-1-16,0 0-2 16,-1 1 0-16,-2-1-2 15,5 2-1-15,-2-1-1 16,-5-1 0-16,2 0 0 16,-5 0 0-16,0-1 0 15,0 1 0-15,0 0 0 16,0 0 0-16,5 0-1 15,-1 0 1-15,3 0-1 16,-4 0 1-16,-3 0-1 16,4-1 2-16,-4 0-1 15,2 0 1-15,7 1 2 16,-7 0 0-16,-2-1 3 16,0 0 0-16,0 0 0 15,0 0 0-15,0-1-5 16,0 1 0-16,0 0 0 15,-1 0-1-15,0 0 1 16,-1 0-1-16,1 0-1 0,0 0 0 16,-2-1 1-16,1 1 0 15,-15-9 0-15,-18-11-1 16,30 18 1-16,-9-2 1 16,11 4 2-16,0 0 3 15,-6-2 3-15,3 1 1 16,-1-2 2-16,1 2-2 15,0 0 0-15,0 2-1 16,-2-1-3-16,8 0-2 0,0 1-2 16,0 0-1-16,0-1 0 15,-1 1-1-15,1 0 0 16,0 0 1-16,0 0 1 16,-1 0 0-16,0 0 0 15,1 0-1-15,0 0 0 16,0 0-1-16,0 0-1 15,0 0 1-15,0 0 0 16,0 0 0-16,0 0 0 16,0 0-1-16,0 0 2 15,3 1-1-15,4 2 2 16,-7-3 1-16,3 1-2 16,-3-1 1-16,0 0 0 15,8 3 1-15,-8-3 1 0,2 1 2 16,2 1 3-1,-4-2 0-15,0 0 0 0,0 0 1 16,0-2-3-16,0 1 1 16,0 0 0-16,-1 0-1 15,0 0-1-15,0 0 0 16,-1-1-3-16,-13-8-1 16,-28-26 1-16,31 30 0 15,1 5 3-15,1-1 0 16,3 2 0-16,2-4-1 15,-1-2-2-15,3 4 0 0,1 0-2 16,1 3 1-16,1-1-3 16,0 0 1-16,0 0 0 15,0 0 0-15,0 1-1 16,4 7 1-16,0-1-1 16,1-1 0-16,-1 1 0 15,4 0 0-15,2 0-1 16,28 27 1-16,-30-27 0 15,4 0 0-15,-8-3 0 16,7 3-1-16,-4-3 1 16,-5 0 0-16,1 1 0 15,0-3 1-15,-3-2 0 16,0 0-1-16,0 0 0 16,0 0 0-16,0 0 2 15,0 0 0-15,0 0 1 0,0 0 0 16,0 0 1-16,0 0-1 15,0 0 0-15,0 0 0 16,0 0 1-16,0 0 1 16,-1 0 1-16,0 0-2 15,-4 7-1-15,-1 0 0 16,2 1 0-16,-2 0 1 16,1-1 0-16,-1 0-1 0,1 2-1 15,-20 25-2-15,19-28-1 16,-2-2-2-16,2 0-29 15,-5-2-47-15,3 1-143 16,3 2-145-16,-6-2 223 16</inkml:trace>
  <inkml:trace contextRef="#ctx1" brushRef="#br0">27855 17312 0,'0'0'16,"0"0"-1,0 0 1,0 0 0,0 0-1,0 0 1,0 0 0,0 0-1,0 0 1,0 0-1,0 0 1,0 0 0,0 0-1,0 0 1,0 0 0,0 0-16,0 0 15,0 0 1,0 0-1</inkml:trace>
  <inkml:trace contextRef="#ctx0" brushRef="#br0" timeOffset="72322.59">27157 12449 127 0,'0'0'65'0,"2"0"-11"16,0 0 31-16,-2 0 19 16,0 0 17-16,0 0-5 15,0 0-20-15,0 0-10 16,0 0-25-16,-2 0-11 15,1 0-16-15,0 0-3 16,0 0-6-16,-1 0 0 16,-14 8-5-16,-27 11-1 15,29-14-6-15,-3-1-2 16,0 2-1-16,-2-1 0 16,-3-1 3-16,1 0 1 15,-3 0 4-15,-2 0 1 0,-1 3 3 16,-4-4 0-16,-3 2 4 15,5-2 2-15,-3-1-2 16,4 5-4-16,-2-2-7 16,-9-3-3-16,4 5-1 15,-5-4 2-15,2 2 0 16,1 4 0-16,-3-2-1 16,-3 2 1-16,-4-3 2 15,0 0 0-15,-3 1 1 16,2 0-1-16,-5-3-2 15,-1 5-1-15,0 0-3 16,-4-2-1-16,0-1-4 16,-3 2 0-16,8-1-2 15,-5 2 1-15,3 1 0 16,1-8 1-16,-5 4 0 16,6 1-1-16,-5-2 0 0,3 8-1 15,-6-12 0-15,10 6-1 16,-2-2 1-16,-2-2 0 15,7 6 1-15,-6-5 0 16,6 3 0-16,-1 0 0 16,2-1-2-16,-3 0 1 15,8 0 1-15,-2 1-1 0,-7-3 1 16,1-1 1-16,-5-3 1 16,-3 1 2-16,3 2 5 15,0 1 1-15,-3 4 3 16,6 0-2-16,3 1-3 15,-1-1-3-15,-7-5-2 16,1 2 0-16,-4-1 1 16,1 1-1-16,7 4 2 15,-8-3 1-15,9 0-1 16,-4 1 1-16,-3-3-2 16,2 3 0-16,-3-2-2 15,3 3-1-15,-5-2-1 16,3 3 1-16,4-2 2 15,-1 0 0-15,3 1 0 16,-3-1 0-16,-7 1-1 16,-2 0-1-16,6 2 2 15,2-1 1-15,4-3 0 0,10 2 1 16,2-2 0-16,-1 4-1 16,-4-2-1-16,-7 0-1 15,1-1-3-15,3 2 1 16,5-1-1-16,1 3 0 15,1-3 1-15,5 2-1 16,0-1 2-16,-1-9-1 0,9 4 1 16,0 2 0-16,4-6 1 15,5 14 0-15,-7-9 0 16,2-1 0-16,1 2-1 16,-2-9 0-16,3 0-1 15,1 3 0-15,6 0-1 16,1 8 1-16,1-2-1 15,1 0 0-15,1-1 0 16,1-9-1-16,-1 3 0 16,1 1-1-16,-1-1 0 15,4 4 1-15,1 0-1 16,-2-3 0-16,3 0 0 16,-1 0 0-16,-3-4 1 15,6 4-1-15,1 6 0 16,-8-8 0-16,10 6 0 15,-3-4-1-15,-4-4 0 16,9 7 0-16,-3-3-4 0,1 0-6 16,0-1-32-16,0 0-32 15,0 0-97-15,0 0-72 16,0 0 150-16</inkml:trace>
  <inkml:trace contextRef="#ctx0" brushRef="#br0" timeOffset="73029.3">22172 12972 295 0,'0'-1'172'16,"0"0"-39"-16,0 0-5 16,0 0 2-16,0 0-11 15,0 0-4-15,-1 0-8 16,0 1-2-16,0 0-13 15,0 0-7-15,-4 6-17 16,-4 6-5-16,-21 29-7 0,18-28 0 16,-4 0-4-16,2 2-4 15,0-1-8-15,1 0-4 16,2-2-8-16,1-2-3 16,0-1-5-16,10 8-2 15,-2-10-1-15,-2 7-2 16,-2-9-2-16,-8-6-2 15,2 3 0-15,10 1 0 16,2 4 0-16,0 1-1 0,0-3-2 16,-2-5-1-16,-2 0-2 15,4 0 0-15,0 0 0 16,0 0 0-16,0 0-1 16,0 0 1-16,0 0-1 15,0 0 0-15,1 0 0 16,12 8-2-16,-4-4-1 15,37 19 0-15,-30-21 0 16,1 3 0-16,2-2 1 16,0 0-1-16,-3-2 0 15,1-1 1-15,-3 4 0 16,0 1 0-16,-2 3 1 16,-1-3 0-16,-4 0 0 15,0-3-1-15,-5-2-1 16,0 3 0-16,-2-3-2 15,0 0-3-15,0 0-72 0,0-1-77 16,0 1 96-16</inkml:trace>
  <inkml:trace contextRef="#ctx0" brushRef="#br0" timeOffset="75805.92">22181 13208 129 0,'-1'0'77'15,"0"-5"-6"-15,1 7-12 0,0-2 2 16,0 0 12-16,0 0 4 16,0 0 4-16,0 0-1 15,0 0-17-15,6 4-12 16,4 0-24-16,0-1-9 15,28 13-8-15,-26-17 1 16,5 2 11-16,0 2 5 16,4 0 4-16,2 3-2 15,8-1-7-15,4-2-1 16,-3 0-1-16,-1-3-1 16,-7-1-4-16,9 2-1 0,3-4-2 15,7 2 0-15,4 1-1 16,-8-2 1-16,3 2-1 15,2 1 1-15,0-3 0 16,6 5-1-16,-3-3 0 16,1 4 0-16,5 3-3 15,-10-8 0-15,9 2-3 16,-4-2-1-16,5 1-1 16,-1 0 0-16,7-1-1 15,0 1 0-15,-4 0 0 16,1 0 0-16,0 0 1 15,-4 3 0-15,4-3 0 16,2 0-1-16,0 2 0 16,-1-6 0-16,3 4 0 15,-4 1 0-15,-4-3 2 16,2 0 2-16,-6-2 4 16,8 2 2-16,5 2 2 15,-5-2 2-15,5 1 3 0,1 1 6 16,4-1 10-16,5 1 2 15,7-2-9-15,-1-2-8 16,2 4-15-16,2 1-3 16,-3 1-1-16,-5-1 1 15,-2-8 1-15,2 7-1 0,-4-3 0 16,3 5 0-16,0 3 0 16,-5-8 1-16,1 3-1 15,-3 0 0-15,0 2-1 16,3 4 0-16,-7-2-1 15,-4-1 1-15,-3 0 0 16,-4-3 1-16,2 0 0 16,1-2 0-16,-5-3 0 15,1 5 0-15,-2 0 0 16,-5 0 0-16,3 0 3 16,-6 0 2-16,-10 0 3 15,5 1 0-15,-9-1 0 16,4-3-1-16,-5 2-2 15,-5-3-1-15,-4 3-1 16,-1 0-1-16,1 1-1 16,-1 0-1-16,-3 0 0 15,3-3 0-15,-5-2-1 16,0 3 1-16,1-2 0 0,-3 2 1 16,-1 2 2-16,4 3 1 15,-3-3 0-15,0 2-1 16,-1-5-2-16,-2-2 0 15,3 5 0-15,-2-2-1 16,1 4-1-16,-3-3 0 16,-3 0-1-16,0 0-1 15,0 0-7-15,0-1-4 0,0 1-4 16,0 0 1-16,0 0 4 16,0 0 2-16,0 0 3 15,0 0 0-15,0 0 1 16,0 0 1-16,0 0-1 15,0-1 1-15,0 1-1 16,1 0-3-16,3 1-7 16,1 0-5-16,-2 0-18 15,0 0-10-15,-3-1-16 16,2 0-2-16,3 0-2 16,-3 1 1-16,6 0-14 15,-3 0-19-15,0-1-12 16,2 1 5-16,-2 0 32 15,-2-1 26-15,2 1 25 16,-1 0-10-16,2 0-38 0,-6 0-16 16,0 0 4-16,3 0 19 15,-1 0 46-15,4 0 23 16,-4 0 34-16,-2 0 19 16,0-1 33-16,0 0 14 15,0 0 5-15,0 1-3 16,0 0-12-16,0 0-7 15,0-2-9-15,0 1 0 16,0 0 0-16,0 0 0 0,0 0-4 16,0 0-5-16,0 0-14 15,-1 0-8-15,-1-4-16 16,-3-4-6-16,-2 3-5 16,-4 1-1-16,-27-28 2 15,27 26 2-15,-1 0 1 16,-2 0 3-16,4 5-2 15,2 2-2-15,4 0-2 16,-1-2-4-16,5 4-4 16,0-2-1-16,0 0-1 15,0 0 0-15,0 0-1 16,0 0-2-16,6 3-3 16,4 3 0-16,4 2-1 15,27 19 1-15,-25-21 0 16,-2-1 0-16,-1-1 2 15,-2-2-2-15,0 1 1 16,4 3-1-16,-3-5 1 16,2 2 0-16,-8-3 3 0,4 0 3 15,2 3 5-15,2 0 2 16,2 3 3-16,-14-5 0 16,-3-1 3-16,1 4 2 15,-1-5-1-15,-1-1-1 16,1 1-6-16,0 0-4 15,0 0-4-15,0 1-1 16,-6 1-2-16,-3 1 0 0,-6 3 0 16,-24 16 0-16,34-9-2 15,-5 0 0-15,0 2 0 16,4-1 0-16,-6-3 0 16,2 0 0-16,0 0-2 15,-2-4 0-15,5-1-2 16,0 1-1-16,3-1-1 15,0-1-2-15,3 2-29 16,-1-2-34-16,0-3-124 16,-2-1-111-16,4 0 184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7" units="cm"/>
          <inkml:channel name="Y" type="integer" max="1740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2632" units="1/cm"/>
          <inkml:channelProperty channel="Y" name="resolution" value="1000.1149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9T09:07:00.77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9841 7551 134 0,'0'0'114'16,"0"-1"12"-16,0 1 0 16,0 0-2-16,0 0-9 15,0-1-7-15,0 0-17 0,0 0-6 16,0 0-16-16,0 0-5 15,0 0-5-15,0-1-2 16,0 1 0-16,0 0 1 0,0 0-2 16,0 0-1-16,0 0-3 15,-1 0-2-15,0 0-6 16,0 0-6-16,0 0-8 16,0 0-2-16,0-1-3 15,0 1 0-15,0 0 0 16,-2 1-2-1,2 0-2-15,-1 0-3 16,-2 0-2-16,-1 0 1 0,0 1 0 16,-1 2 0-16,2-2-1 15,-1 1-2-15,2-2-2 16,0 1 0-16,1-1 0 16,1 0 1-16,0 0 3 15,-1 2 2-15,-3 6 4 16,2-2 1-16,0 2 0 0,0-1-1 15,1-2-2-15,0 4 0 16,1-3-3-16,1 1-1 16,0-3-2-16,1 1 0 0,1 1-1 15,-1-2 0-15,0-1 0 16,0-1-1-16,1 0 0 16,0 2 0-16,0-1-1 15,-1-1 0-15,0-2-2 16,4 3 0-16,2 2-1 15,0-2 0-15,-2-1 0 16,3 0 0-16,-3-1-1 16,1 0 1-1,0-1-1-15,0 0-1 0,-1-1 1 16,2-1-1-16,-2 0 0 16,2-1 1-16,-2 1 0 15,2-2 0-15,-2 1 1 16,-1 0-1-16,-2-3 0 15,1-4-1-15,-2 1 0 16,2-1-1-16,28-24 0 16,-30 28-1-16,-2 2 0 0,0 2 0 15,0 1-1-15,0-1 0 16,0 1 0-16,0 0-1 16,-8-1 0-16,-1 0 0 15,-1 0 0-15,-26-3-1 16,25 4 1-1,1 1 0-15,1 0-1 16,1-1 0-16,5 2-1 16,0 0 2-16,-1 2-1 15,0 0 1-15,-2 0 1 16,2 3-1-16,1-2 0 16,1 0 1-16,1 0 0 0,1-4 1 15,0 0 1-15,0 0 0 16,1 0 0-16,0 1 1 0,0 9 1 15,1-1 2-15,1 0 1 16,17 27 0-16,-13-29 0 16,-1-3-1-16,-3 2-1 15,3-3-1-15,3 1-1 16,3-1 0-16,2-3-2 0,-1-2 1 16,-2-2-1-16,-1 1 1 31,2-4 0-31,-3-1 0 15,0-2-1-15,0-1 0 16,-6-6-1-16,0 5 0 0,0 0 0 16,-1 0-2-16,-1 2 1 15,-4-1 0-15,-4 0-1 16,-2 0 0-16,-2 4 1 16,-1 0-1-16,0 1-1 15,-2 0 0-15,2 3 0 16,2 0 1-16,3 0-1 0,1 1 0 15,2 1 0-15,-3 2 0 16,-2 4-2-16,2 0 1 0,-1 5 0 16,1 2-1-16,6 0 2 15,-1-1-1-15,2 0 0 16,1-1 1-16,2 0 0 16,1 2 0-16,2-1 0 15,1 1 0-15,3-2 2 16,1-2-1-1,0-1 1-15,-3-3-1 16,0-3-1-16,3 0 2 16,0-1 0-16,2-2 0 0,1-2 0 15,-2-2 0-15,1-1 0 16,-2-2 1-16,-2-3 0 16,0 0-1-16,-4 0 1 15,2 2-1-15,-4-1-1 16,-1 1 1-16,-3-1-1 15,-2-1 0-15,-3 2 1 0,-2 2 0 16,-2 2-1-16,-2 1 0 16,0 2 0-16,-2 3-1 0,3 0 0 15,2 2 0-15,1 0 0 32,4 0 0-32,-2 4-1 15,-1 1 0-15,1 3 0 16,0 2 0-16,3 1 1 15,0 0-1-15,4-2 1 16,0 3-1-16,5 0 1 16,0-2 0-16,3 2 1 0,0-4 0 15,-1-4 3-15,-1 2 2 0,0-5 1 16,2-1-1-16,4-2 0 16,2-1-2-16,2-2 1 15,-3-2-1-15,2-1 1 16,-2-4-1-16,2-1 1 15,-1-2 0-15,-10 1-1 16,4 0 0-16,-8-2-1 16,1 2-1-16,1 0 1 0,-8-1-1 15,-2 3 1-15,-4 0-1 16,-3 1-1-16,2 3 0 16,1-1-1-16,0 1 0 15,-2 1 0-15,3 4 0 16,-1 2-1-1,2 2 0-15,4 4 0 16,1-2 0-16,1 1 0 16,-2 1 0-16,2 1-1 15,0 0 0-15,0 2 0 16,4-2 0-16,0 4 0 16,3-1 1-16,0-1 1 15,-1 2-1-15,3-1 1 0,-1-2 0 0,1 1 0 16,4-4 0-16,1-1 1 15,4-2 0-15,1-4 0 16,1-1 1-16,-1-4-1 31,-2 1 0-31,-1-6 2 0,-2-1-1 0,1 0 1 16,-1 0 0 0,-1-1-2-16,-3-3 2 15,-9-3-2-15,2 1 1 16,-9 1-1-16,0-1 0 15,-1 3-1-15,-3 2 1 16,0 2 1-16,-3 3-2 16,-1 5 0-16,2-2 0 15,-1 2-1-15,5-1 0 0,2 3 0 16,0 1-1-16,2 4 0 16,-3 1 1-16,2 5-1 15,0 1 0-15,1 2 0 16,6 7-1-16,0-4 2 15,0 2-1-15,3 2 0 0,0-3 1 16,4-1 0-16,3-3 0 0,2-2 1 16,1 1 0-16,1-4 0 15,-1 1 1-15,0-4 1 32,1-3-1-32,0-4 2 15,3-3 0-15,0 0 0 0,1-3 0 0,0 0-1 16,-3-1 0-1,-1-4 1-15,0-1-1 16,-4-1 1-16,-5-5 0 16,0 1-1-16,-3 3 0 15,-8-4 1-15,6 7-2 16,-9 4 2-16,-4-4-2 16,2 7 1-16,-4-3 0 0,-1 7-2 15,1-1 1-15,-2 3-1 16,6 1-1-16,3 0 1 15,4 4-2-15,-1-1 1 16,-1 1-1-16,-1 7 0 16,0 1 1-16,2 5-1 0,4 4 1 15,0-4 0-15,0 0 0 16,3-1 0 0,3-4 1-16,2-2 0 15,2-1 0-15,3-2 1 16,-1 0 0-16,-2-1 0 15,4 0 0-15,0-6 1 16,1-1 0-16,8-2 1 16,-4-5 0-16,-1 1-1 15,1-3 0-15,-4-2 2 0,1 1-1 16,-3-3 0-16,0 0 0 16,-7-4 0-1,0 2-1-15,-3 1 1 0,-5 0 0 16,-4-2-1-16,-1 5 0 15,-6 3-1-15,-3-3 0 0,0 2 0 16,-2-2-1-16,3 4 0 16,4 6 0-16,4 4-1 0,0 1 0 15,2 3 0-15,-3 1-2 16,3 2 2-16,-1 0-1 16,3 4 0-16,2-1 1 15,2 1 0-15,2 6-1 16,2-3 2-1,1-1-1-15,4-1 1 16,-3-3 0-16,6-1 0 16,1 0 0-16,0-2 1 15,-4-1 0-15,1-4 1 16,3-1 0-16,2-3 0 16,7-3 0-16,-7-4 1 0,3-1-1 15,-3-1 1-15,3 0 0 16,-2-4 0-16,-3 0 0 15,-2-4 0-15,-4 0 0 0,-5-2-1 16,1 1 1-16,-6-1 0 16,-1 3-1-16,-4 1 0 15,0 5-2-15,-6 1 1 32,1-1 0-32,-2 10-1 15,-2-3 0-15,6 4 0 0,-3 1-1 16,7 0 0-16,2 4 0 15,1-1 0-15,0 1 0 16,0 0 0-16,-2 3 0 16,3 3 0-16,1 1 0 15,1 0 0-15,2 0 0 0,1-2-1 16,2 0 1 0,-1-5 0-16,1 0 1 0,7 14 0 15,0-1 0-15,3-3 1 16,-3-9 0-16,2-4 0 15,4-2 0-15,2-1 0 16,-1-2 0-16,-2-3 1 16,4 2 0-16,-3-5 0 15,0 0 1-15,-3-3 0 16,-5-5 0-16,-2 3 0 16,0-1 0-16,0 1-1 15,-5-2 2-15,-1 0-1 16,-6 0-1-16,-11 1 1 15,1 2-2-15,-7-1 0 0,1 5 0 16,4 7-1-16,0-1 0 16,6 8-1-16,0 0 0 15,5 0 1-15,0 3-2 16,2 3 1-16,0-2-1 16,2 0 1-16,2 3 0 15,1-2-2-15,1 2-1 0,0-3-58 16,0-3-61-16,0 0-255 15,0 3 241-15</inkml:trace>
  <inkml:trace contextRef="#ctx0" brushRef="#br0" timeOffset="1941.42">9639 7644 272 0,'-1'0'161'16,"0"0"-7"-16,-3 4-18 15,1 0-11-15,-1 1-5 16,-1 2-6 0,2-3-4-16,-1 2-13 15,0-3-7-15,-1 5-12 16,0 1-7-16,1-1-9 16,-11 31-4-16,9-31-5 15,5 1-5-15,-6-3-4 16,7 5-3-16,0 0-6 15,-4-2-2-15,9 6-6 0,-5-7-2 0,-1 0-1 16,-3 2 0-16,-1 1 2 16,-4 0-1-16,2 1 0 15,3 1-2-15,-5-4-3 16,1 2 0-16,5 1-2 16,-2 0-1-16,3 2-3 15,-3-4-1 1,-3 2-5-16,2 0 1 15,2-1-2-15,-2 4 0 16,-6-3 0-16,0 1-1 16,-2 2 2-16,1-2 1 15,2 1 0-15,2-2 0 16,-1 0 0-16,2 1 0 0,1 0 0 16,-3-1-1-16,0 0-1 15,3 2-1-15,-3-5 0 16,0 3 0-16,4 4 1 0,0-4 0 15,4 3 1 1,-3 2 0-16,1-7 1 0,-3-1 0 16,-4 1-2-16,3 0 0 15,-1 6-1-15,-2 4-1 0,1 2 0 32,0-2-1-32,-1-1 0 0,4-1 1 15,-2-1 2-15,6 4 1 16,-3-7 2-16,0 3 0 0,1-1 1 15,-5-4-1-15,5 3-1 16,-5-5 1 0,3 0-1-16,-1 1-1 15,-6-1 0-15,12 1-1 0,-8-1 1 16,6 0-1-16,5-3 0 16,-6 0 0-16,6 0-1 15,-2-2-1-15,-6-1-1 16,4 2 0-16,-5-1 0 15,6 0-2-15,0-1 0 16,1-1 0-16,0-3-1 16,0 0 1-16,-1 0-1 0,1 0 0 31,0 0-1-31,0 0-5 16,0 0-63-16,1 0-60 15,0 0-241-15,0 0 232 0</inkml:trace>
  <inkml:trace contextRef="#ctx0" brushRef="#br0" timeOffset="2776.07">9004 8491 287 0,'-1'-8'222'16,"0"5"50"-16,0-1-24 15,0 0-43-15,-1 3-26 16,1 0-40 0,0 0-13-16,1 0-19 15,0-1-10-15,0 2-16 16,0 0-5-16,0 0-9 16,1 4-4-16,4 7-6 0,-3-1-6 15,-1-2-8-15,9 28-5 16,-11-26-7-16,4 1-3 15,-5 0-5-15,-1-1-2 16,3 1-3-16,5-1-1 0,2 2-2 16,-4 0-2-16,5 0 0 15,-11-4-2 1,0-1 3-16,0 1-1 0,-1-3 2 31,4 3 1-31,7 1 0 16,-3-3-1-16,-7-2-2 15,2 3-2-15,-3-3-2 0,5 1-1 16,3 2-1-16,-3-7 0 16,4 2-2-16,-4-2 1 15,-2 0-3-15,1 0 2 16,0 0-2-16,0 0 0 16,0-1 0-16,4 0 0 0,-3 0 0 15,-1-1 0-15,14-3 0 16,-8 2 0-16,30-15 0 15,-26 13 1-15,-4-2 1 16,4 4 2-16,1-5-1 16,-1 2 1-16,-1-2 1 15,2 0 0-15,0 5 1 16,-4-2 0-16,-1 0 1 16,-3 2-2-16,3 1 0 15,2 2-1-15,-3 0 0 16,0 1-2-16,-3-1 0 15,-2 0-2-15,0 0-1 0,0 0 1 16,0 0-2-16,0 0-10 16,0 0-93-16,0-1-92 15,0 0 117-15</inkml:trace>
  <inkml:trace contextRef="#ctx0" brushRef="#br0" timeOffset="8224.56">10939 7553 296 0,'33'6'180'0,"-26"-6"-3"0,-5 4-18 15,4 3-28-15,2-3-3 16,-10 4-9-16,5 1-4 16,3-2-9-16,-5 3-7 15,3-2-14-15,-3 1-7 16,-1-1-6 0,-1 0-4-16,1 4-4 15,2-1-1-15,-10-2-5 16,1-3-4-16,-5 0-6 15,3-2-4-15,3 2-8 16,-7-3-3-16,2-2-8 16,-6-2-2-16,4-3-7 15,6-2-2-15,-5-5-5 0,0 0-1 16,6-2-3-16,-5 1-1 16,6-1-2-16,1 1-1 0,2 0 0 15,1-2 0-15,2 3 0 16,7-1 0-16,0 1 0 15,4 3 0-15,4-1 1 16,-4 5 0-16,-1-1 3 0,0 1 1 16,0 4 5-16,4-1 2 15,2 3 4-15,-5 3 0 16,-4 1 1-16,0 3-1 16,-8-3 1-16,2 3 2 15,5 3 2-15,-5 0 2 16,0 6 3-1,-3 0 0-15,1 3 0 16,-5-2 1-16,5 2 0 16,-1-2-2-16,-11-7-2 15,7 3-2-15,-7-8-5 16,9 0-1-16,-3-5-3 16,-8-5-1-16,2-2-3 15,0-3-2-15,2-2-3 0,6 0-2 16,-3-9 0-16,0 2 0 0,6 1-1 15,1-2 0-15,2 5-1 16,4-3 0-16,-3 1 0 16,1 2-1-16,6 3 1 15,-4 3-2-15,2 2 0 32,4 2 1-32,-5 1-1 0,4 0 1 15,0 5-1-15,2 1 0 16,-4 4 0-16,1 5 2 15,1 3 1-15,-9 2 0 0,2 4 2 16,-4-3-1-16,0 4 2 16,4-1 2-16,-3-2 1 15,2 1 3-15,-8-10 3 16,-1-1 0-16,-1-8 3 16,1 5 0-16,-4-7-1 15,-2-2-2-15,2-1-4 16,-6-12-1-16,6 0-4 15,2 2 1-15,0-2-3 0,-4 0-1 16,7-1 0-16,2-2-1 0,3-1 0 31,9 5 0-31,-2 1-1 16,0 0 0-16,1 3 0 16,-8-1-1-16,5 4 0 15,-3 2 0-15,12 1 0 16,6 5 1-16,-10 2 0 15,5 1 0-15,-11 5 0 0,2 0 0 16,-5 5 1-16,3 0 0 16,1 4 2-16,-5-2 1 15,1-1-1-15,2-2 2 0,-6 2 2 16,-3 2-1-16,-1-4 5 31,-2-1 0-31,-1-3 3 0,4-7 1 0,-2-4-3 16,-2-2 0-16,0-5-4 15,7 1-2-15,-9-4-2 16,-1 1-1-16,8-4 0 16,-9-3-1-16,14 5-1 15,0-2 0-15,3 2 0 0,-1 0 0 16,2 1-1 0,5 1 1-16,-5 0-1 15,5 1 0-15,1 4 0 16,-8 2-1-16,10 3 1 15,0 2-1-15,-6 1 1 16,3 4 1-16,-3 4 0 16,-1 2-1-16,-1 2 1 15,-2 1-1-15,1 1 1 0,3 3 0 16,-6-2 2-16,-4 1 0 16,2-2 0-16,-9-3 0 15,6-2 0-15,-2-7 1 0,-5 2 0 16,1-5 1-16,2 0 0 15,0-5 1-15,-1-2-1 16,-3-2-1-16,5-8-1 16,-1 6-1-16,4-6-1 15,1-1 0-15,-3 4 0 16,6-1 0-16,6 1-1 0,2 1 1 16,6 2-1-16,3 1-1 31,-11 2 1-31,3 2 0 15,7 3-1-15,-4 2 1 0,6 4 0 16,-5 2 1-16,-1 3-1 16,-2 3 1-16,-4 3 0 15,7 0 0-15,-13-2 1 16,-5 1 0-16,6 1 0 16,-8-1 0-16,-1-2 1 15,7 0 0-15,-11-10 0 0,7 5 2 16,0-7-1-16,-6-4 0 15,1-1 0-15,0-6-1 0,2-3-1 16,0 0-1-16,11 1 0 16,-8-2 0-16,5 2-1 15,4 3 1-15,-1-2-1 32,5 4 0-32,1 4 0 15,2-4 0-15,-5 5-30 0,-1 1-42 16,-3 0-133-16,3 2-101 15,-4 0 184-15</inkml:trace>
  <inkml:trace contextRef="#ctx0" brushRef="#br0" timeOffset="9882">11215 8020 170 0,'-1'-1'134'16,"0"0"34"-16,0 0-15 0,0-1-15 31,0 1-7-31,0 0-9 16,0 0-4-16,-1 0-8 16,1 0-6-16,0 0-10 15,0 0-4-15,0 0-4 16,0 0-2-16,0-1-3 0,0 1-3 15,0 0-9 1,0 0-4-16,1 0-6 0,0 1-4 0,0 0-5 16,0 0-3-16,0 0-4 15,1 8-3-15,0-3-5 16,0 2-1-16,1-1-4 16,1 4-1-16,1 1-4 15,15 29 0-15,-13-29-3 16,-2-1 0-16,-2 2-2 15,-3 1 0-15,1-5-2 16,5 2-1 0,-1 1-2-16,4-2-1 0,-3 2-1 15,2-1-1-15,-1 0 0 16,0 4-1-16,-1-3 0 16,0-4 1-16,-1 3-1 15,-1-1 1-15,2 2 0 16,-1 4 0-16,0-3-1 15,0-4 1-15,1 0-2 16,2 0 0-16,-2-2-2 0,2 4 0 16,-4 1-2-16,0-6 1 15,2 4-1-15,-1 2-1 16,0-5 1-16,3 4-2 16,-1 1 0-16,-1-2 0 15,-3 0 1 1,0 1-1-16,7 0-1 15,-3 3 2-15,5 1-1 16,-4-1 2-16,-2-1 1 16,-1-2-1-16,8 1 0 15,-2-1 0-15,-1-3-1 16,-3 3 1-16,-8-2-2 0,7 2 0 16,-7-1 0-16,4 0 0 15,3 0-1-15,-5-1 1 16,3-2-1-16,-3 2 0 0,2 1 1 15,2 0-1-15,0 0 3 16,5 1 0-16,-6-3 1 16,-1-3 0-16,0 2-1 15,-4-2 0-15,9 0-3 16,-5 1 1-16,-2-1 0 0,5-1 0 16,-6-2-1-16,1 2-1 15,0-3 0-15,0 0-1 16,0 0 1-16,0 0-1 15,0 0-12-15,-1 0-33 16,1-1-99 0,-1-1-84-16,0 1 134 15</inkml:trace>
  <inkml:trace contextRef="#ctx0" brushRef="#br0" timeOffset="11787.07">11310 8581 535 0,'-1'0'290'0,"0"0"-59"0,0 0-20 16,0 0-44-16,-1 0-15 16,0 0-18-16,-3 0-7 15,4 0-12-15,0 0-7 0,0 0-15 16,0 0-7-16,0 0-13 16,0 0-8-16,0 0-14 15,0 0-4-15,-1 0-5 31,1 0-2-31,0 0-4 16,0 0-1-16,1 1-5 0,0 5 0 16,1-2-2-16,3 3-1 15,0 1-2-15,1-2-2 16,9 1-3-16,25 26-2 0,-30-30-3 16,4 2-2-16,2 2-2 15,0-3-1-15,1 2-2 16,-7-4 0-16,-1 0-2 15,3 5-1-15,0-2 0 16,-6 1-1-16,6 0 0 16,-7-3 1-16,-1 1-1 0,6-1-1 15,-6 0 2-15,3 4-2 16,0-6 2-16,2 0-1 16,-4 2-1-16,0-3 1 15,-1 3 0 1,-3-3-1-16,0 0 0 15,0 0 0-15,0 0 0 16,0 0 1-16,0 0-2 16,0 0 1-16,0 0-1 15,0 0 0-15,0 0 0 16,0 0-2-16,0 0 1 16,1 0 0-16,1 1-1 0,3 2 1 15,0 1 0-15,-4-4 0 0,5 5 0 16,-5-5 0-16,-1 0 0 15,2 3 0-15,-2-3 0 16,4 3 0-16,1-1 0 16,-4-2 0-16,2 3 0 15,-3-3 0 1,0 0 0-16,0 0 1 16,0 0 0-16,0 0 1 15,0 0 1-15,0 0-1 16,0-1 0-16,0-1-1 15,0 1-1-15,0 0 1 16,2-2-1-16,1-8 0 16,-1-4 0-16,30-18-1 0,-27 20 0 15,-5 2 1-15,0-3 0 16,0 0-1-16,-1 0 1 16,-4-3 0-16,5-1-1 15,0-2 0-15,0 2 1 16,5 0-1-16,-3 1 0 0,0 1 0 15,0-1 0-15,-1-1 0 0,0 3 0 16,2 0 0-16,-1-2 0 16,0 2 0-16,1 3 0 15,-2-3-1-15,2 6 1 16,-1-1 0-16,-2 0-1 16,1 5 1-16,-1 4-1 15,0-2 0 1,0 2 1-16,0 0-1 15,-1 0-1-15,0 1 1 16,0 0-1-16,0 0 2 16,-1 0 0-16,1 0-1 15,0 3 1-15,0 2 0 16,0 4 0-16,0 5-1 16,-2 28 1-16,5-25 0 0,-2-3 0 15,0-2 0-15,0 4 0 16,0-2 0-16,0 0 0 15,-1 0 0-15,1-4 1 16,0 1-1-16,-4-2 0 0,4 3 1 16,0 0-1-16,0 0 1 15,0 1-1 1,0-3 0-16,-3-2 0 16,2 1 0-16,1-1 1 15,0 0-1-15,0 2 1 16,0-2 0-16,0 0-1 15,-1-3 1-15,-2-2-1 16,3-1 0-16,-1-2 1 16,0 0-1-16,-1 0 1 0,1 0 0 0,0 0-1 15,0 0 2-15,0 2-1 16,0 0 0-16,-1 4 0 16,0 0-1-16,0-1 0 15,1-5 1-15,-1 3 0 16,0 0 0-16,1-1 1 31,0 3-1-31,0-5 1 16,0 0 0-16,0 0 1 0,-1 0 0 0,1 0-1 15,0 0 1-15,0 0 0 16,0 0 0-16,0 3-1 16,0-3 1-16,0 0-2 15,0 0 0-15,0 0 0 16,-1 0 0-16,1 0 1 15,-4 0 0-15,-4 0 0 16,-4-2 0-16,-24-6 1 16,26 2 1-16,-3-2 3 15,3 1 0-15,-2 3 2 16,-4-4-1-16,-3 0-3 16,8 2 0-16,-5-2-1 0,2 5-1 15,2 1 0-15,-4-2 0 16,6 4-2-16,0-1 0 0,5 1 0 15,0 0-1-15,3 0 0 16,4 2-1-16,-1-3-20 16,0 1-32-16,0-1-104 31,0-1-84-31,0 1 144 0</inkml:trace>
  <inkml:trace contextRef="#ctx0" brushRef="#br0" timeOffset="20445.48">4521 8450 202 0,'0'-1'218'16,"0"0"28"-16,0 0-10 16,0 0-24-16,0 0-47 15,0-1-14-15,0 2-19 16,0 0-10-16,0 2-16 0,7 11-9 15,-3 0-15-15,7 27-4 16,-12-28-6-16,-1 1-2 16,-4 1-7-16,0-3-5 15,-3-4-12 1,0-2-7-16,-2-6-11 16,-1-4-5-16,-1-4-9 15,0-3-4-15,4-1-6 16,1-3-1-16,4 0-1 15,-1-2-1-15,1-1-1 16,-1 1 0-16,5 0 0 16,2 1 0-16,2 3 0 0,1 1 0 15,-3-2 0-15,7 12 0 16,2 2 1-16,3 0 0 16,6 14 1-16,-4-8 1 0,-3 5 5 15,-1 7 1-15,1-1 6 16,2 5 1-16,1-2 3 15,-2 0 2-15,-8 1 5 16,-3-2 3-16,-6 4 7 16,-4-1 3-16,-3-1 2 15,-2-4-2-15,1-4-5 0,1-4-4 16,3-3-9-16,-2-6-2 16,-2-7-8-16,-2 0-3 15,-1-9-3 1,0 4-2-16,1-4-2 15,1 1 0-15,7 0 0 16,2 1-1-16,3 0 0 16,4-1 0-16,-2-2-2 15,3 1 0-15,2 2 0 16,5 3 0-16,4 3-2 16,-2 4 1-16,-1 5 1 0,-2 5 0 15,1 4 1-15,-1-1 0 16,1 7 1-16,3-3 1 15,-3 5 1-15,-2 3 1 0,-8-6 0 16,-3 1 1-16,-6 1 2 31,-4-3 0-31,-2 4 2 0,1-1 1 16,2-5 2 0,-1-3 0-16,0-7-1 0,-3-1-2 15,-2-5-2-15,1-2 0 16,1-2-3-16,3-2-1 0,4-5-1 15,1 2-1-15,3-2 0 16,2-2 0-16,1 1 0 16,4-1-1-16,0 1 0 15,4 2 0-15,0 4-1 16,2 3 0-16,4 4-1 16,2 4-1-16,-1 1 2 15,-4 4 0-15,1 7 1 16,-1-2 1-16,2 8 0 15,1 0 1-15,-3-2 0 0,-4 1 1 0,-7 0 1 32,-2-3 0-32,-8 3 3 15,-3-1 0-15,-1-3 3 16,3-2 2-16,0-4 2 16,4-4 0-16,-5-3-1 15,-3-4-2-15,-2-5-4 16,0-2-1-16,3-4-3 0,4-1-1 15,3 1-1-15,3 1 0 16,4 2 0-16,0-1 0 16,1-1 0-16,4 1-2 15,2 1 0-15,2 1-1 16,3 3 0-16,0-1 0 0,4 8 0 16,2 2 0-16,-4 10 1 15,-1-1 1-15,-2 2 1 16,-2 1 0-16,1 0 2 15,-4 3 0-15,-6 4 1 16,-3 0 0-16,-8-4 3 0,1 0 1 16,1-3 1-16,-2-1 1 15,-1-3 2 1,-3-4-1-16,-5-3 0 16,-1-2-1-16,5-4-3 15,1-2-1-15,0-6-3 16,6-1 0-16,2-3-1 15,0-1-1-15,7 1 0 16,0 1-1-16,3 1 0 16,5 0 1-16,1 2-2 0,2 1 1 15,1 4-1-15,1 0 1 16,3 4-1-16,1 2 2 16,1 1-1-16,-2 4 1 0,-5 3 0 15,-2 1-1-15,-4 3 1 16,1 4 1-16,-1-1 0 31,-4-1 0-31,-4 4 2 16,-2 0-1-16,-4 1 0 15,-1 1 1-15,-3-6 0 16,-3-1 1-16,-3-7-1 16,1-5 2-16,1-4 0 0,1-2-1 15,4-4-1-15,0-1 0 16,5-3-2-16,1-3 0 0,4 0-1 15,2-2 0-15,3-1 0 16,1 4 0-16,1 0-2 16,1 0 2-16,2 3-2 15,0 3 1-15,5 5-1 16,0 2 1-16,4 3-1 16,-1 4 2-16,0 1-1 0,-1 4 1 15,-4 3 0-15,-3-1 0 16,-4 3 0-16,-3 0 0 15,1 1 1-15,-2 0 0 0,-1-1 2 16,-3 1-1-16,-5-5 0 31,-1-2 1-31,-3-3 0 16,-1-4 0-16,-2-5 1 16,2-2 0-16,-1-5-1 15,0-3 0-15,6-2-2 16,-2-1 0-16,7-2-1 15,1 1 0-15,2-3 0 0,0 2-1 16,4 4 0-16,5 1-1 16,1 3 2-16,2 3-2 0,-1 5 1 15,3 0-1-15,3 6 0 16,1 2 1-16,2 5-1 16,-3 3 1-16,-6 1 1 15,-6 2 0-15,1 0 1 16,-2 2-1-16,1-2 1 15,-2-1 1 1,-5-1 0-16,-2-2 1 16,-1-2 0-16,-1-2-1 0,-4-2 2 15,-3-3-1-15,-1-4-1 16,-2-3 2-16,0-5-1 16,2-1-1-16,4-2 0 15,-1-2-1-15,10-3-1 16,1 0 0-16,-2-4-1 15,4 3 0-15,-3-2-1 0,2-1 1 16,5 6 0-16,1 1-1 16,8 9 1-16,1 3-1 15,3 4 0-15,1 1 1 16,0 6 0-16,-4 3 0 16,-6 2 1-16,-3 5 0 0,-3 2 0 15,-2-1 1-15,-1 2-1 16,1-1 1-16,-3-3 1 15,-1-2 0-15,-5-3 0 16,-2-1 0-16,-4-4 0 31,-1-3 1-31,-1-4 0 16,-2-1-1-16,2-3 0 0,1-3 0 0,1-4-1 16,6-1 0-16,1-3-1 15,1-1 0-15,6 0 0 16,0-1-1-16,4-2 0 15,3 1 0-15,-2 0 0 16,3 4-1-16,5 5 0 16,6 1 1-16,-1 4 0 0,1 2-1 15,-3 1 1-15,0 7 1 16,-4 1-1-16,-3 5 1 16,-6 3 0-16,-2-2 1 15,0 5 0-15,-1-4 0 16,0 0 0-16,-3 0 0 0,-4-2 1 31,-2-1-1-31,-4-1 1 16,-1-3 0-16,0-4-1 15,-3-4 1-15,1-3-1 16,1-3 1-16,0-2-1 16,3-2-1-16,2-5 0 15,5 1 1-15,4-2-1 16,1-2-1-16,5 3-1 0,-2-3 0 0,3 8 0 15,2-3 0-15,2 6 1 16,4 2-1-16,2 7 1 16,2 3 0-16,-3 2 1 15,-1 4 0-15,-5-1 0 16,-1 1 0-16,-3 5 0 16,-3-2 1-16,-2-2 0 0,-5 2 1 15,-5-6-1-15,-1 1 1 16,-1-3 0-16,0-2-1 15,1-3 1-15,0-1-1 16,-1-4 0-16,2-1 0 0,5 0-1 16,2 0 0-16,6 2-48 31,2-1-52-31,5-3-166 16,2 0-459-16,9 5 489 15</inkml:trace>
  <inkml:trace contextRef="#ctx0" brushRef="#br0" timeOffset="21552.07">4753 8831 256 0,'6'-31'197'0,"-3"26"10"15,-4-3-34-15,1 8-16 16,-5-1-19-16,8 1-8 16,-3 0-16-16,0 0-3 15,0-1-12-15,0 0-4 16,0 1-2-16,0 0-1 15,0 0-5 1,0-1-4-16,0 1-10 16,0 0-4-16,0 0-10 15,0 0-4-15,6 4-10 16,-2 10-4-16,29 21-5 16,-29-21-2-16,-1 0-2 15,2 0-1-15,-5 4-2 16,6-2 0-16,-1 5-3 0,-1-5 1 15,7 3-3-15,-6-2-3 0,1-2 0 16,0 1-1-16,2 1-1 16,4 3 1-16,2 2 1 15,-1-2 0-15,-3-2 0 16,-1-1 0-16,-1-3-3 16,0 4 0-1,-1-6-2-15,2 4 0 16,-2 2-2-16,3 1 0 15,2 5-1-15,-1 3-1 16,0 0-1-16,-3 4-1 16,-1 0-1-16,2-1 0 15,0-1 1-15,4-4 0 0,0-2 1 16,-2-5 0-16,0 1-1 16,-1-1-1-16,0 0-1 15,2-2 0-15,-1-4 1 16,-4 0-1-16,0-3 0 15,1-1-1-15,0-1-1 16,-4-2-1-16,-4-2-1 16,0 2 0-16,-1-5-1 0,0 0 1 0,-1 0-27 31,1 0-40-31,0 0-132 16,0-2-106-16,-1 1 181 15</inkml:trace>
  <inkml:trace contextRef="#ctx0" brushRef="#br0" timeOffset="22234.97">4908 9544 650 0,'-3'0'372'15,"3"1"-104"-15,0-1-40 16,0 0-20-16,0 0-56 15,0 0-15-15,0 0-18 16,0 0-9-16,0 0-15 16,7 4-9-16,1 0-16 15,0 2-5-15,3 1-10 16,30 19-3-16,-26-20-8 0,-2 1-3 16,-1-1-8-16,-1 1-4 0,1 2-5 15,5-3-3-15,-1 1-2 16,2-2-1-1,-3 0-2-15,-2-1 0 0,5 1-1 16,-4 2 0-16,3-3-1 31,3 0-2-31,-9 0 0 16,2-4-1-16,-2 4 0 0,-5-3 0 16,8 0 1-16,-8-1 1 15,5 0 1-15,-4-6 1 16,-4 1 0-16,4-2 0 15,-11-8 1-15,8 4-1 16,-3-5 0-16,-4-1-1 0,3 2 0 16,-2-4 0-16,1-5 1 15,4-2 1-15,0-6-3 16,-3-2 0-16,-1-6-2 16,-3-3-2-16,2 7-3 15,2 6-2-15,-1 8-1 16,-2 8-3-16,-3 5 0 0,4 4-26 0,-3 7-94 15,3 8-66-15,0 4 105 16</inkml:trace>
  <inkml:trace contextRef="#ctx0" brushRef="#br0" timeOffset="30231.32">3273 8160 168 0,'31'27'154'16,"-27"-26"-19"-16,-4-1 40 0,0 7 18 0,-1-2-50 16,-7 3-13-16,6 3-9 15,-3-2-5-15,-3 1-17 16,2 1-7-16,-2 0-25 16,-4-1-10-16,5 3-21 15,-4-5-9-15,0-4-10 31,4-4-3-31,-4-7-6 16,2-2-1-16,1-3-3 0,2-1-1 16,0 4-1-16,3-4-1 15,2 2 0-15,1-2 0 16,0-2 0-16,4 1-1 16,2 5 0-16,3 1 0 15,0 3 0-15,1 2 2 0,3 3 5 16,0 2 4-16,7 5 10 15,-7 3 7-15,2 3 17 16,-6 3 8-16,-6 1 5 16,0-1 1-16,-5 3-6 15,1-1-3-15,-4-1-3 16,2 3 0 0,-9-8-5-16,2 0-3 15,-5-4-7-15,-2-6-5 0,6-1-9 16,-4-1-3-16,3-2-7 15,0-7-1-15,2-3-3 16,0-5-1-16,4 0-1 16,2 0-1-16,4 5 0 15,1-1 0-15,4 5-1 0,-1-1 0 16,1-3 0-16,2 1 0 16,3 1-1-16,-1 7 0 15,4 3-1-15,-5 0 1 16,6 6-1-16,0 4 0 15,-2 0 2-15,1 4 0 16,-6-1 3 0,-5 0 1-16,-2 6 3 15,-3-3 4-15,-2 1 6 16,-2 0 3-16,-5-7 2 16,-3 0 0-16,-1-4-3 15,4-2-3-15,1-4-2 16,1 0-3-16,0-9-3 15,1-2 0-15,3-1-4 0,1-7-1 0,5 1-1 16,0 2-1-16,0 0 0 16,4 7 0-16,0 3-1 15,2-3 0-15,4 4-1 16,-2-4 0-16,3 2-1 16,4 7 1-16,0 1-1 15,1 5 0-15,3 5 1 0,-7 2 0 16,-9-1 1-16,1 2 1 15,-9 2 1-15,2-1 0 16,-4-2 2-16,-1-1 2 16,-4-4 1-16,-5-2 1 15,8 1 0-15,-6-6 0 0,3-2 0 32,2-5-1-32,0-2-1 15,3-2 0-15,2-7-3 16,2 3-1-16,2-6-2 15,1 5 1-15,3 5-1 16,-2-3 0-16,3 9 0 0,-1-4-1 16,1 5 0-16,2 3 0 15,-1 2 0-15,0 5 1 0,0-1-1 16,-3-4 1-16,-2-1 0 16,0 1 0-16,0-2-2 15,0 0-32-15,0 0-101 16,0 0-81-16,0 3-286 15,1 11 314-15</inkml:trace>
  <inkml:trace contextRef="#ctx0" brushRef="#br0" timeOffset="31016.83">3118 8509 219 0,'-1'0'168'0,"0"0"44"15,-1 0-23-15,1 0-23 16,0 0-8 0,0 0-18-16,0 0-8 0,0 0-15 15,0 0-6-15,1 0-9 16,0 0-3-16,0 0-9 15,0 0-5-15,0 0-10 16,0 0-8-16,0 0-11 16,0 0-5-16,0 3-8 15,0 4-3-15,0 4-2 16,-1 1 0-16,0 31-3 16,1-25-1-16,-1-2-3 15,1 2-2-15,-3 1-1 0,2-4 1 16,-2 7 0-16,1-4 0 15,-1 2 0-15,-2 4-1 16,1 3 0 0,-1 4 0-16,-1 3-3 15,-2 1 0-15,-1-1-1 16,0 1-3-16,2-8-2 16,0-2-2-16,4-3-3 15,-1-5 0-15,-1 0-3 16,3-2-2-16,0-3-2 0,1-2 0 15,0 1-2-15,-1-5-1 16,-2 1 0-16,2 2 0 16,-1-3 0-16,1 1-1 0,-1-2 0 15,1-4 0-15,0 1 1 16,1-2-1-16,0 0 0 16,0 0 0-16,0 0-1 15,0 0 1-15,0-2-2 16,1 1 1-16,0 0-1 15,0 0-1-15,0 0-32 0,0 0-34 16,0 0-111-16,0 0-96 16,0-3 169-16</inkml:trace>
  <inkml:trace contextRef="#ctx0" brushRef="#br0" timeOffset="31571.14">2952 9021 598 0,'-50'-6'326'0,"51"5"-86"15,-1 1-6-15,-2 1-61 16,2-1-30-16,0 0-26 15,0 0-10-15,0 0-14 16,0 0-6 0,0 0-13-16,0 8-4 15,2 6-13-15,7 27-4 16,-8-28-7-16,6 0-3 16,-6-4-4-16,-1 2-3 15,3 1-2-15,-3 0-1 16,5 3 0-16,-3-4-2 15,2 1-3-15,-3 0-1 0,3-2-5 16,6 2-2-16,-10-11-4 16,5-1-1-16,-2-1-3 15,-3-1 1-15,0 1-2 0,0 0 1 16,0 0-2-16,5 1 1 16,1-1-3-16,3-1-1 15,-2-1-1-15,0-2-1 0,0 1 0 16,2-1-1-16,-1 2 1 15,-2 0 0-15,0 1-1 16,-1 0 0-16,-1 0-1 16,0 0 0-16,-2 1-2 15,-2 0 0-15,0 0 1 32,0 0-22-32,0 0-89 0,0 1-93 15,0 0 119-15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7" units="cm"/>
          <inkml:channel name="Y" type="integer" max="1740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2632" units="1/cm"/>
          <inkml:channelProperty channel="Y" name="resolution" value="1000.1149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9T09:08:20.22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9651 7691 149 0,'-1'-1'108'0,"0"0"8"16,0 0-12-16,-1 1-21 16,1 0-7-16,0 0 5 15,0 0 1-15,0 0-2 16,0 0-3-16,0 0-11 15,0 0-5-15,0 0-6 32,0 0-3-32,0 0-6 15,-1 0-4-15,1 0-5 0,0 0-2 16,-1 3 0-16,-1 5 1 0,-2 1 2 16,3-7 2-16,-3 8 2 15,1-6 0-15,0 4-3 16,0 5-4-16,-11 18-9 15,13-26-5-15,0-2-7 16,-2 4-2-16,5-2 0 16,-4 2-2-16,4 1 0 15,-8-3 2-15,0 5 1 16,4 0 3-16,-2 0 3 16,5 0 0-16,-1 1 0 15,1-5 0 1,-9 3-5-16,6 2 0 15,1 0-1-15,-6 0-2 16,7-1-1-16,-6-2 0 0,-1 0-4 0,7 2 1 0,-6-1-2 16,2 2 2-16,2-3 0 15,-4 1 1-15,4-1 0 32,0-1 1-32,-3 2-1 15,1 0 0-15,1-1-2 0,-5-2 1 16,0 1 0-16,0-1 1 15,0 3 2-15,4 2-2 16,-3-1-1-16,2 1 1 16,1-1-3-16,-1-2 1 15,1 1-1-15,1-2-1 0,-1-2 0 32,1 3 1-32,-1-3-1 15,0 4 0-15,2-1-1 0,-1-1 1 16,-1 2 0-16,1-3 0 15,0-2-1-15,-1 0 0 16,0 2 0-16,-1-4 0 16,1 0 0-16,-1 2-1 0,3-1 0 15,-1-1-1-15,0 5 0 16,3-2 0-16,0 3 0 16,0 0 0-16,-1-3 1 15,-1-4 0-15,-1 0-1 16,3-1 1-16,0 0-1 15,0 0 1-15,0 0-1 0,0 0 1 16,0 0 0-16,0 0 0 16,0 0-1-16,0 0 2 15,-1 0-1-15,0 3 0 16,1-3 1 0,0 0-1-16,0 0 0 0,0 0 0 0,0 0-1 31,0 0 0-31,1 0 0 15,0 0 0-15,0 0 0 16,0 0 0-16,0-1 0 16,0 0-1-16,0 0 1 0,0 0-1 15,4-7 1-15,2-3 0 16,-2 1 0-16,15-27 0 16,-16 24-1-16,1 3 1 15,2 1-1-15,-1 0 1 0,1 0-1 16,-2-3 0-1,0 2 0-15,1 0 0 0,0-1 0 16,1 2 0 0,-2-3 0-16,3 3 0 0,-3 0 0 15,2 0 1-15,-2 2-1 0,-1 1 0 16,2-4 0-16,-2 0 0 16,1 0 0-16,-1 0 0 0,2 1 0 15,0 0 0-15,0 1 0 16,-1-1 0-16,-1-2 0 15,3 1 0-15,0-4 1 32,1 2-1-32,2 5 0 15,-2-2 0-15,-1-1 1 0,2 4-1 16,-8-8 0-16,2 9 1 16,1-3-1-16,-3-2 0 15,10 8 0-15,-7-9 0 16,3 8 0-16,-1-2 0 15,-1 1 0-15,1-1 0 0,-1-4 0 16,2 0 0-16,-7-4 0 16,2 4 0-16,1 3 1 15,-4-1-1-15,6 3 0 16,-2 2 0-16,0-1 0 16,-2 2 0-16,0 0 0 15,0 0 0-15,0 0 0 16,0 0 0-16,0 0 0 15,0 0 0-15,0 0 0 16,0 0 0-16,0 0 0 16,0-1 0-16,0 1 0 15,0-1 0-15,2-1 0 16,-1 0 0-16,0-1 0 16,-1 3 1-16,0 0-1 0,0-1 0 15,0 1 0-15,0 0 0 16,0 0 0-16,0 0 0 15,0-1 0-15,0 1 0 16,0 0 0-16,0 0 0 16,0 0 0-16,0 0 0 15,0 0 0-15,2-1-1 0,3-3 1 32,-5 4 0-32,2 0 0 15,-2 0 0-15,0 0 0 16,0 0 0-16,0 0 0 15,0 0 0-15,0 1 0 0,0 0 0 16,0 0 0-16,0 0 0 16,0 0 0-16,0 0 0 0,2 3 0 15,0 2 0-15,0 2 0 16,-1 0 0 0,-1-1 1-16,-1 3-1 0,-1 0 1 15,1 2 0-15,-7 24 0 16,6-28 0-16,0-1 0 15,-3 0-1-15,5 3 2 0,-5-2 0 16,4 5 1-16,-7-7 0 16,5 4 2-16,2 6 0 15,-6-5 2-15,7 6 0 16,-6-3 1-16,0-4 0 16,2 2-1-16,-3-3 1 0,6 4-1 31,-3-2-1-31,0-1 1 15,1 0-1-15,1 1 1 16,0 0-1-16,-1 0 0 16,-3 1 0-16,-2 0-1 15,-1-4 1-15,2-1-1 16,3 1-1-16,-3-1-1 16,3 4 0-16,-2-1-1 0,0 0 1 0,2-2-1 15,-1 0 1-15,2 0-2 16,0-1 0-16,-1-2 1 15,2 0-2-15,0-3 2 16,1-1-1-16,-1 0 1 16,1 0 0-16,1 0 0 15,0 0-1 1,0-1 0-16,0 0-1 16,0-1 1-16,0 1 0 15,0 0 0-15,0 0-1 16,0 0 0-16,4-6 0 15,1-5 0-15,2 0 1 16,23-29-1-16,-22 28 1 16,2-3 0-16,0-2-1 0,-3 2 0 15,-2-6 1-15,1 5-1 16,2-1 0-16,-5-2 0 16,9 8 0-16,-6-7 0 15,-3 3 0-15,6 0 1 16,-5 1-1-16,3 5 1 0,3 0-1 15,-7-5 0-15,-3 1 0 0,2-2 0 16,4 2 0-16,-4 4 0 16,4 3 0-16,0 4 0 15,-3-1 0-15,-4 1 0 16,1 2 0-16,0 0 0 16,0-1 0-16,0 2 0 15,0 0 0 1,0 0 0-16,-1 0 0 15,0 0-1-15,0 0 1 16,0 0 0-16,-1 2 0 0,0 6 0 16,0-1 0-16,-1 1 0 15,0-2 0-15,-2 0 0 16,0 3 0-16,1 0 0 16,-8 32 0-16,7-30 0 15,-2-4 0 1,2 10 0-16,-4-11 0 0,8 9 0 15,-1-3 1-15,-5-4 0 16,5 5-1-16,-5 0 0 16,-1 0 0-16,3-2 0 15,-2 1 0-15,1-3 0 16,4 0 1-16,2 2-1 16,-4-1 0-16,0-2 0 15,-4 0 1-15,-2 2-1 16,5 0 0-16,0 0 0 15,2 0 0-15,-3 1 0 16,-2-1 0-16,1 1 0 16,1 0 0-16,0 0 0 0,2 1 0 15,-2-1 1-15,-1 1 0 0,1-2-1 16,-1-2 0-16,3 1 0 16,-2-3 0-16,2-2 1 15,0 2-1-15,-1 3 0 16,3-1 0-16,0 1 0 15,1-3 0-15,0 2 0 16,-2 2 0-16,3 2 0 16,-1-1 0-16,-2-6 0 15,0 2 0-15,-4-3 0 0,4 0 0 16,0 0 1-16,-1-1-1 16,3 6 0-16,-2-3 0 15,1 5 0 1,-3-5 1-16,1-4-1 15,2 7 0 1,-3-4 0-16,2 4 0 0,0-3 0 16,0 0 0-16,-2 0 0 15,2-2 0 1,-1 1-1-16,-1-5 1 0,2 5 0 16,2 3 0-16,0-1 1 0,-3 5-1 15,2-5 0-15,-3-2 0 0,0-2 0 16,2 2 1-16,0 0-1 15,2 2 0-15,0 0 0 16,-3-1 0-16,-1 0 1 16,1 1-1-16,0 2 0 15,2-2 0 1,0-1 0-16,-1-2 0 16,0 2 0-16,0 1 1 15,2-1-1-15,-3 0 1 16,0-1 0-16,-2-1-1 15,2 1 0-15,7 0 1 16,-11-2-1-16,7 3 0 16,4 0 0-16,-14-1 0 0,12 0 0 15,-4-1 0-15,-12-1 1 16,16 3-1-16,-1-1 0 16,-5 0 1-16,13 1-1 15,-8-2 0-15,-2-1 0 16,2 2 0-16,-1-5 0 15,0 0 1-15,0 0 0 0,0 0-1 0,-1 0 1 16,1 0-1-16,0 0 0 16,0 0 0-16,-1 4 0 15,1-1 0-15,-1 2 0 16,-1-1 1-16,1 1-1 16,0-1 1-16,1-1 0 15,0 1-1 1,0-4 1-16,0 2-1 15,0-1 1-15,0 1 0 16,-1-1-1-16,1-1 1 16,0 1 0-16,0 0-1 15,0-1 0-15,0 0 0 0,0 0 0 16,0 0 0-16,1 0-11 16,0 0-52-16,0 0-222 15,-1 0 195-15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6T03:20:34.0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2176,'-2'5'144,"0"-1"-160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6T03:20:34.0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2176,'-2'5'144,"0"-1"-160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1D39D7-13CB-41AB-BA1B-FF0D824D070C}" type="datetimeFigureOut">
              <a:rPr lang="en-US" smtClean="0"/>
              <a:t>4/1/24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574F73-0CB0-417D-A569-2A27F1922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772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9EE3EA-2FAB-47B0-973D-F2F6D641B75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7502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9EE3EA-2FAB-47B0-973D-F2F6D641B75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2455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9EE3EA-2FAB-47B0-973D-F2F6D641B75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8954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9EE3EA-2FAB-47B0-973D-F2F6D641B75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69602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9EE3EA-2FAB-47B0-973D-F2F6D641B75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8653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C13FA2-D4CC-49DA-A66B-69BAEA3729D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58505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C13FA2-D4CC-49DA-A66B-69BAEA3729D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29712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C13FA2-D4CC-49DA-A66B-69BAEA3729D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4559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2A97D-C287-38FA-FBB5-760A26564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109DF9-06E9-22FF-267A-7561798CC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13652-E731-5A28-06EB-F8A28B8C0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B66D1-0F0E-4B64-B4B3-50B95BF2E153}" type="datetimeFigureOut">
              <a:rPr lang="en-US" smtClean="0"/>
              <a:t>4/1/24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2A81D-E847-5CF0-9BD2-95294FF7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355B3-B558-FA20-8AEE-10CFA68A5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FA28-A721-45FD-BABA-8975599DB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074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D80AE-5FD6-A5FA-5A9A-2A661575F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ED021-9D28-ADBF-4425-27928B12F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E16AB-22A9-ED53-5B27-209BB06FB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B66D1-0F0E-4B64-B4B3-50B95BF2E153}" type="datetimeFigureOut">
              <a:rPr lang="en-US" smtClean="0"/>
              <a:t>4/1/24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7A7BA-ADCE-13D5-A979-93265697B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184B6-5BD8-DC16-7302-47B33C9F2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FA28-A721-45FD-BABA-8975599DB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02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8DF7C-352F-8803-D395-8BB266E6F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1B83D-BEDF-A41A-2313-2CFD09EF5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B8CA0-7658-D844-3F4B-FDFE0477F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B66D1-0F0E-4B64-B4B3-50B95BF2E153}" type="datetimeFigureOut">
              <a:rPr lang="en-US" smtClean="0"/>
              <a:t>4/1/24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AC68C-8441-3A06-D6F6-3BE13494F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C0E83-8377-4812-11CB-34F6A398F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FA28-A721-45FD-BABA-8975599DB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69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DC556-15FA-1720-715D-B0629110C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6A09-1A28-D78E-BEEE-1684566EB1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B2978-7BD2-BEA9-9A38-2569AA0731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E53BA0-96EB-6203-074C-603038354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B66D1-0F0E-4B64-B4B3-50B95BF2E153}" type="datetimeFigureOut">
              <a:rPr lang="en-US" smtClean="0"/>
              <a:t>4/1/24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E05E85-F1C0-06E4-6BC0-DE6814BDE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CCC97-F57A-D211-C64F-826874751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FA28-A721-45FD-BABA-8975599DB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872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D8C63-DF0C-684F-9B23-B5E9FF1AA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A8E95-3F5D-9734-CEE0-DD67B2430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B80876-5EE2-A05A-9CF7-D92100218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C66202-91F7-51C8-AE22-848B1D730F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6DB456-42C5-F868-4DA9-CD79482B8E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D6674D-E246-5FD8-981B-C4A1BA4B6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B66D1-0F0E-4B64-B4B3-50B95BF2E153}" type="datetimeFigureOut">
              <a:rPr lang="en-US" smtClean="0"/>
              <a:t>4/1/24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655FFB-5FCA-F572-882A-2A999CCCB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A5C23-A290-9B86-783E-3BFCFC2E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FA28-A721-45FD-BABA-8975599DB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890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EA5C5-8DA2-91E0-2EA7-5A155A046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BBDC6D-DA4F-2BCF-B230-F73B298F3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B66D1-0F0E-4B64-B4B3-50B95BF2E153}" type="datetimeFigureOut">
              <a:rPr lang="en-US" smtClean="0"/>
              <a:t>4/1/24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CB6BBF-72E4-C7A3-4415-209C6C4C6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F847F1-38A4-7DF5-E922-7F4065496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FA28-A721-45FD-BABA-8975599DB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938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92A902-E63B-B86F-304A-85029FB5D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B66D1-0F0E-4B64-B4B3-50B95BF2E153}" type="datetimeFigureOut">
              <a:rPr lang="en-US" smtClean="0"/>
              <a:t>4/1/24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214B06-7DA3-141A-EB6B-F47B3A3A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F8C4A-298A-1260-BC8F-BDEF09D8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FA28-A721-45FD-BABA-8975599DB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41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2F55-06A6-FB7D-49FC-10E5816B8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01930-B433-989C-A867-E6F3A2408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71482-34B8-EDAA-7C67-FFE43BD88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586A64-09BD-1BDC-7DCC-5E2675693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B66D1-0F0E-4B64-B4B3-50B95BF2E153}" type="datetimeFigureOut">
              <a:rPr lang="en-US" smtClean="0"/>
              <a:t>4/1/24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32F49-7C98-F1FD-04D5-61AB02618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364B2-9B78-4900-6D4F-5374C5774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FA28-A721-45FD-BABA-8975599DB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943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27185-B49E-6A6E-A287-298BA2564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B4F4B9-0925-2ACA-69FE-600DA8E812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42F461-6F67-119B-E37C-45CCE888A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5AD44-44D0-4F32-E026-B6EB477B9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B66D1-0F0E-4B64-B4B3-50B95BF2E153}" type="datetimeFigureOut">
              <a:rPr lang="en-US" smtClean="0"/>
              <a:t>4/1/24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C903C-91E0-A82C-3B63-477654555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193C6-8D66-5F83-9C97-33F4A66D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FA28-A721-45FD-BABA-8975599DB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70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FF9E8-F04A-BD3E-766F-5E079C32C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4D2674-2E69-7FB9-38EB-C5698EC4B6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30FE0-1F2B-662A-35C8-4B54FE2F1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B66D1-0F0E-4B64-B4B3-50B95BF2E153}" type="datetimeFigureOut">
              <a:rPr lang="en-US" smtClean="0"/>
              <a:t>4/1/24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EF187-2E38-498A-5B3B-E5BB59248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F4303-87BA-98E6-32CF-22591FF12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FA28-A721-45FD-BABA-8975599DB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026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ED105B-1B18-5F09-90B8-E07B0560BB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418310-D71D-26B9-D602-B8DA99609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F9665-5894-9C6F-E6D8-46F5D35B8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B66D1-0F0E-4B64-B4B3-50B95BF2E153}" type="datetimeFigureOut">
              <a:rPr lang="en-US" smtClean="0"/>
              <a:t>4/1/24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CC1BE-7113-98EA-6195-FC05F255B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4505-9C37-32F0-E693-94073AEE9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FA28-A721-45FD-BABA-8975599DB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696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265653-319D-0266-D82C-AEEB5167A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BE709-3DF1-8631-B6C4-01BCCC2A6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0CFFF-A963-CFD2-47C9-772A010484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B66D1-0F0E-4B64-B4B3-50B95BF2E153}" type="datetimeFigureOut">
              <a:rPr lang="en-US" smtClean="0"/>
              <a:t>4/1/24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4B25A-AD0F-2AAA-845D-A49E99032C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52EAB-23E2-19C8-2012-7F58AAEB7B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4FA28-A721-45FD-BABA-8975599DB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222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4.png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customXml" Target="../ink/ink2.xml"/><Relationship Id="rId4" Type="http://schemas.openxmlformats.org/officeDocument/2006/relationships/image" Target="NULL"/><Relationship Id="rId9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NULL"/><Relationship Id="rId3" Type="http://schemas.openxmlformats.org/officeDocument/2006/relationships/image" Target="../media/image4.png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customXml" Target="../ink/ink4.xm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NULL"/><Relationship Id="rId3" Type="http://schemas.openxmlformats.org/officeDocument/2006/relationships/image" Target="../media/image4.png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14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NULL"/><Relationship Id="rId4" Type="http://schemas.openxmlformats.org/officeDocument/2006/relationships/customXml" Target="../ink/ink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machinelearningmastery.com/a-gentle-introduction-to-gradient-descent-procedure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machinelearningmastery.com/a-gentle-introduction-to-gradient-descent-procedure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machinelearningmastery.com/a-gentle-introduction-to-gradient-descent-procedure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170.png"/><Relationship Id="rId4" Type="http://schemas.openxmlformats.org/officeDocument/2006/relationships/image" Target="../media/image16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.cmu.edu/~ryantibs/convexopt/lectures/prox-grad.pdf" TargetMode="External"/><Relationship Id="rId2" Type="http://schemas.openxmlformats.org/officeDocument/2006/relationships/hyperlink" Target="https://www.stat.cmu.edu/~ryantibs/convexopt-S15/lectures/22-coord-desc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1412.6980.pdf" TargetMode="External"/><Relationship Id="rId5" Type="http://schemas.openxmlformats.org/officeDocument/2006/relationships/hyperlink" Target="https://machinelearningmastery.com/adam-optimization-algorithm-for-deep-learning/#:~:text=Adam%20is%20a%20replacement%20optimization,sparse%20gradients%20on%20noisy%20problems." TargetMode="External"/><Relationship Id="rId4" Type="http://schemas.openxmlformats.org/officeDocument/2006/relationships/hyperlink" Target="https://www.di.ens.fr/~fbach/Defazio_NIPS2014.pdf" TargetMode="Externa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NUL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29.png"/><Relationship Id="rId7" Type="http://schemas.openxmlformats.org/officeDocument/2006/relationships/image" Target="NUL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27.png"/><Relationship Id="rId5" Type="http://schemas.openxmlformats.org/officeDocument/2006/relationships/image" Target="../media/image31.png"/><Relationship Id="rId10" Type="http://schemas.openxmlformats.org/officeDocument/2006/relationships/image" Target="NULL"/><Relationship Id="rId4" Type="http://schemas.openxmlformats.org/officeDocument/2006/relationships/image" Target="../media/image30.png"/><Relationship Id="rId9" Type="http://schemas.openxmlformats.org/officeDocument/2006/relationships/image" Target="NUL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33.png"/><Relationship Id="rId4" Type="http://schemas.openxmlformats.org/officeDocument/2006/relationships/image" Target="../media/image26.png"/><Relationship Id="rId9" Type="http://schemas.openxmlformats.org/officeDocument/2006/relationships/image" Target="NUL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NUL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../media/image39.png"/><Relationship Id="rId12" Type="http://schemas.openxmlformats.org/officeDocument/2006/relationships/image" Target="NUL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4EE2E-EDF7-4FA1-86EE-92E7B84485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Iterative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DC1E5-48B6-4773-8BA0-A1AF8B974D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CSC4601 Theory of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251152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1890CC-4EB1-464F-A99D-15A64380F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252" y="1142670"/>
            <a:ext cx="7320989" cy="420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14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6ECE4-C88E-054A-A331-77C69930C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Approaches for Optimizing Model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A24BF-0AC4-5447-AF79-A791946AEE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"Naïve" Grid Search</a:t>
            </a:r>
          </a:p>
          <a:p>
            <a:pPr lvl="1"/>
            <a:r>
              <a:rPr lang="en-US" dirty="0"/>
              <a:t>Divide the parameter space into a grid</a:t>
            </a:r>
          </a:p>
          <a:p>
            <a:pPr lvl="1"/>
            <a:r>
              <a:rPr lang="en-US" dirty="0"/>
              <a:t>Try the parameters represented at each grid cell</a:t>
            </a:r>
          </a:p>
          <a:p>
            <a:r>
              <a:rPr lang="en-US" dirty="0"/>
              <a:t>"Smart" Grid Search:</a:t>
            </a:r>
          </a:p>
          <a:p>
            <a:pPr lvl="1"/>
            <a:r>
              <a:rPr lang="en-US" dirty="0"/>
              <a:t>Simulated Annealing</a:t>
            </a:r>
          </a:p>
          <a:p>
            <a:pPr lvl="1"/>
            <a:r>
              <a:rPr lang="en-US" dirty="0"/>
              <a:t>Genetic Algorithms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F2C166-F934-0E48-8358-4BA90BB651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Analytical Calculus Techniques</a:t>
            </a:r>
          </a:p>
          <a:p>
            <a:pPr lvl="1"/>
            <a:r>
              <a:rPr lang="en-US" dirty="0"/>
              <a:t>Take the first derivative</a:t>
            </a:r>
          </a:p>
          <a:p>
            <a:pPr lvl="1"/>
            <a:r>
              <a:rPr lang="en-US" dirty="0"/>
              <a:t>Find the parameters which make the derivative output 0</a:t>
            </a:r>
          </a:p>
          <a:p>
            <a:r>
              <a:rPr lang="en-US" dirty="0"/>
              <a:t>Iterative Methods</a:t>
            </a:r>
          </a:p>
          <a:p>
            <a:pPr lvl="1"/>
            <a:r>
              <a:rPr lang="en-US" dirty="0"/>
              <a:t>Use the derivative to perform a "smart" search of the parameter space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926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E6764-539B-D74C-94BC-3CE1846DF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Iterative Method – 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4161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342570-5A24-441B-B48B-2EC983772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Gradient Descent?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FD224FA-5B98-43FF-86EC-4BC3CB9861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Let’s denote the cost function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by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the parameter (optimization variable).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First, let’s assume that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is a scalar. </a:t>
                </a:r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Our goal: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 Assumption: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differentiable, continuous and convex function.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FD224FA-5B98-43FF-86EC-4BC3CB9861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261" b="-3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3234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342570-5A24-441B-B48B-2EC983772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Gradient Descent?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FD224FA-5B98-43FF-86EC-4BC3CB9861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Our goal: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The general idea is to tweak the parameters iteratively in order to minimize the cost function.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Start with an initial value and then improve it gradually taking one step at a time where each step attempts to decrease the cost function. How ?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How? Update in the direction provided by the derivative.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    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FD224FA-5B98-43FF-86EC-4BC3CB9861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7497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342570-5A24-441B-B48B-2EC983772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Gradient Descent?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FD224FA-5B98-43FF-86EC-4BC3CB9861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Our goal: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Gradient Descent method: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FD224FA-5B98-43FF-86EC-4BC3CB9861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9D5DCC-1DCF-4037-9D98-0478E2419923}"/>
                  </a:ext>
                </a:extLst>
              </p:cNvPr>
              <p:cNvSpPr txBox="1"/>
              <p:nvPr/>
            </p:nvSpPr>
            <p:spPr>
              <a:xfrm>
                <a:off x="3215812" y="3601003"/>
                <a:ext cx="5342562" cy="261238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Start with an initial guess: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𝛽</m:t>
                        </m:r>
                      </m:e>
                      <m:sup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0</m:t>
                        </m:r>
                      </m:sup>
                    </m:sSup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mbria Math" panose="02040503050406030204" pitchFamily="18" charset="0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mbria Math" panose="02040503050406030204" pitchFamily="18" charset="0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Repeat: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𝛽</m:t>
                        </m:r>
                      </m:e>
                      <m:sup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+1</m:t>
                        </m:r>
                      </m:sup>
                    </m:sSup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𝛽</m:t>
                        </m:r>
                      </m:e>
                      <m:sup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𝑛</m:t>
                        </m:r>
                      </m:sup>
                    </m:sSup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− 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𝛼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f>
                          <m:f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𝑑𝐽</m:t>
                            </m:r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(</m:t>
                            </m:r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𝛽</m:t>
                            </m:r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</m:num>
                          <m:den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𝑑</m:t>
                            </m:r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𝛽</m:t>
                            </m:r>
                          </m:den>
                        </m:f>
                      </m:e>
                      <m:sub>
                        <m:sSup>
                          <m:sSupPr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    </m:t>
                            </m:r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𝛽</m:t>
                            </m:r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 = </m:t>
                            </m:r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𝛽</m:t>
                            </m:r>
                          </m:e>
                          <m:sup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p>
                        </m:sSup>
                      </m:sub>
                    </m:sSub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Until a stopping criterion is met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9D5DCC-1DCF-4037-9D98-0478E2419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812" y="3601003"/>
                <a:ext cx="5342562" cy="2612382"/>
              </a:xfrm>
              <a:prstGeom prst="rect">
                <a:avLst/>
              </a:prstGeom>
              <a:blipFill>
                <a:blip r:embed="rId3"/>
                <a:stretch>
                  <a:fillRect l="-2278" t="-2326" b="-5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3914FE-2678-4B6E-93A2-E5610938DAEC}"/>
              </a:ext>
            </a:extLst>
          </p:cNvPr>
          <p:cNvCxnSpPr/>
          <p:nvPr/>
        </p:nvCxnSpPr>
        <p:spPr>
          <a:xfrm>
            <a:off x="7500135" y="4726113"/>
            <a:ext cx="0" cy="99659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663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342570-5A24-441B-B48B-2EC983772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Gradient Descent update step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D224FA-5B98-43FF-86EC-4BC3CB986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9D5DCC-1DCF-4037-9D98-0478E2419923}"/>
                  </a:ext>
                </a:extLst>
              </p:cNvPr>
              <p:cNvSpPr txBox="1"/>
              <p:nvPr/>
            </p:nvSpPr>
            <p:spPr>
              <a:xfrm>
                <a:off x="3164441" y="2080427"/>
                <a:ext cx="5342562" cy="154292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+1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−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𝑑𝐽</m:t>
                              </m:r>
                              <m:d>
                                <m:dPr>
                                  <m:ctrlP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𝛽</m:t>
                                  </m:r>
                                </m:e>
                              </m:d>
                            </m:num>
                            <m:den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𝑑</m:t>
                              </m:r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den>
                          </m:f>
                        </m:e>
                        <m:sub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   </m:t>
                              </m:r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= </m:t>
                              </m:r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p>
                          </m:sSup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 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𝛼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9D5DCC-1DCF-4037-9D98-0478E2419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441" y="2080427"/>
                <a:ext cx="5342562" cy="15429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3914FE-2678-4B6E-93A2-E5610938DAEC}"/>
              </a:ext>
            </a:extLst>
          </p:cNvPr>
          <p:cNvCxnSpPr>
            <a:cxnSpLocks/>
          </p:cNvCxnSpPr>
          <p:nvPr/>
        </p:nvCxnSpPr>
        <p:spPr>
          <a:xfrm>
            <a:off x="6774093" y="2131717"/>
            <a:ext cx="0" cy="99659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95A7AE6-A553-4C31-A311-E2B796C1B426}"/>
              </a:ext>
            </a:extLst>
          </p:cNvPr>
          <p:cNvSpPr txBox="1"/>
          <p:nvPr/>
        </p:nvSpPr>
        <p:spPr>
          <a:xfrm>
            <a:off x="5342982" y="2103560"/>
            <a:ext cx="2419381" cy="1108870"/>
          </a:xfrm>
          <a:prstGeom prst="rect">
            <a:avLst/>
          </a:prstGeom>
          <a:solidFill>
            <a:schemeClr val="accent1">
              <a:lumMod val="20000"/>
              <a:lumOff val="80000"/>
              <a:alpha val="37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4EA161-65E7-4BF7-AFC1-9F5608099BA1}"/>
              </a:ext>
            </a:extLst>
          </p:cNvPr>
          <p:cNvCxnSpPr/>
          <p:nvPr/>
        </p:nvCxnSpPr>
        <p:spPr>
          <a:xfrm flipH="1">
            <a:off x="5567553" y="3212430"/>
            <a:ext cx="520504" cy="407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D12AFCE-4C0E-4197-A026-525F4CE4EB23}"/>
              </a:ext>
            </a:extLst>
          </p:cNvPr>
          <p:cNvSpPr txBox="1"/>
          <p:nvPr/>
        </p:nvSpPr>
        <p:spPr>
          <a:xfrm>
            <a:off x="4407481" y="3693486"/>
            <a:ext cx="1871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Direction of step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B11261-D0CD-4B24-AA0B-44AB05C6E9DD}"/>
              </a:ext>
            </a:extLst>
          </p:cNvPr>
          <p:cNvSpPr txBox="1"/>
          <p:nvPr/>
        </p:nvSpPr>
        <p:spPr>
          <a:xfrm>
            <a:off x="7827447" y="2475186"/>
            <a:ext cx="457200" cy="457200"/>
          </a:xfrm>
          <a:prstGeom prst="rect">
            <a:avLst/>
          </a:prstGeom>
          <a:solidFill>
            <a:schemeClr val="accent2">
              <a:lumMod val="40000"/>
              <a:lumOff val="60000"/>
              <a:alpha val="24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6DFE86F-A0E3-4246-A149-5EE9538C638C}"/>
              </a:ext>
            </a:extLst>
          </p:cNvPr>
          <p:cNvCxnSpPr>
            <a:cxnSpLocks/>
          </p:cNvCxnSpPr>
          <p:nvPr/>
        </p:nvCxnSpPr>
        <p:spPr>
          <a:xfrm>
            <a:off x="8035195" y="3029550"/>
            <a:ext cx="498903" cy="365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2EF6D18-CAF4-4BDF-9C8C-6D3FEE967F66}"/>
              </a:ext>
            </a:extLst>
          </p:cNvPr>
          <p:cNvSpPr txBox="1"/>
          <p:nvPr/>
        </p:nvSpPr>
        <p:spPr>
          <a:xfrm>
            <a:off x="7937767" y="3530247"/>
            <a:ext cx="1871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size or learning rate</a:t>
            </a:r>
          </a:p>
        </p:txBody>
      </p:sp>
    </p:spTree>
    <p:extLst>
      <p:ext uri="{BB962C8B-B14F-4D97-AF65-F5344CB8AC3E}">
        <p14:creationId xmlns:p14="http://schemas.microsoft.com/office/powerpoint/2010/main" val="2179759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342570-5A24-441B-B48B-2EC983772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Gradient Descent update step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D224FA-5B98-43FF-86EC-4BC3CB986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9D5DCC-1DCF-4037-9D98-0478E2419923}"/>
                  </a:ext>
                </a:extLst>
              </p:cNvPr>
              <p:cNvSpPr txBox="1"/>
              <p:nvPr/>
            </p:nvSpPr>
            <p:spPr>
              <a:xfrm>
                <a:off x="3164441" y="2080427"/>
                <a:ext cx="5342562" cy="154292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+1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−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𝑑𝐽</m:t>
                              </m:r>
                              <m:d>
                                <m:dPr>
                                  <m:ctrlP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𝛽</m:t>
                                  </m:r>
                                </m:e>
                              </m:d>
                            </m:num>
                            <m:den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𝑑</m:t>
                              </m:r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den>
                          </m:f>
                        </m:e>
                        <m:sub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   </m:t>
                              </m:r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= </m:t>
                              </m:r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p>
                          </m:sSup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 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𝛼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9D5DCC-1DCF-4037-9D98-0478E2419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441" y="2080427"/>
                <a:ext cx="5342562" cy="15429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3914FE-2678-4B6E-93A2-E5610938DAEC}"/>
              </a:ext>
            </a:extLst>
          </p:cNvPr>
          <p:cNvCxnSpPr>
            <a:cxnSpLocks/>
          </p:cNvCxnSpPr>
          <p:nvPr/>
        </p:nvCxnSpPr>
        <p:spPr>
          <a:xfrm>
            <a:off x="6774093" y="2131717"/>
            <a:ext cx="0" cy="99659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95A7AE6-A553-4C31-A311-E2B796C1B426}"/>
              </a:ext>
            </a:extLst>
          </p:cNvPr>
          <p:cNvSpPr txBox="1"/>
          <p:nvPr/>
        </p:nvSpPr>
        <p:spPr>
          <a:xfrm>
            <a:off x="5342982" y="2103560"/>
            <a:ext cx="2419381" cy="1108870"/>
          </a:xfrm>
          <a:prstGeom prst="rect">
            <a:avLst/>
          </a:prstGeom>
          <a:solidFill>
            <a:schemeClr val="accent1">
              <a:lumMod val="20000"/>
              <a:lumOff val="80000"/>
              <a:alpha val="37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4EA161-65E7-4BF7-AFC1-9F5608099BA1}"/>
              </a:ext>
            </a:extLst>
          </p:cNvPr>
          <p:cNvCxnSpPr/>
          <p:nvPr/>
        </p:nvCxnSpPr>
        <p:spPr>
          <a:xfrm flipH="1">
            <a:off x="5567553" y="3212430"/>
            <a:ext cx="520504" cy="407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D12AFCE-4C0E-4197-A026-525F4CE4EB23}"/>
              </a:ext>
            </a:extLst>
          </p:cNvPr>
          <p:cNvSpPr txBox="1"/>
          <p:nvPr/>
        </p:nvSpPr>
        <p:spPr>
          <a:xfrm>
            <a:off x="4407481" y="3693486"/>
            <a:ext cx="1871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Direction of step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B11261-D0CD-4B24-AA0B-44AB05C6E9DD}"/>
              </a:ext>
            </a:extLst>
          </p:cNvPr>
          <p:cNvSpPr txBox="1"/>
          <p:nvPr/>
        </p:nvSpPr>
        <p:spPr>
          <a:xfrm>
            <a:off x="7827447" y="2475186"/>
            <a:ext cx="457200" cy="457200"/>
          </a:xfrm>
          <a:prstGeom prst="rect">
            <a:avLst/>
          </a:prstGeom>
          <a:solidFill>
            <a:schemeClr val="accent2">
              <a:lumMod val="40000"/>
              <a:lumOff val="60000"/>
              <a:alpha val="24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6DFE86F-A0E3-4246-A149-5EE9538C638C}"/>
              </a:ext>
            </a:extLst>
          </p:cNvPr>
          <p:cNvCxnSpPr>
            <a:cxnSpLocks/>
          </p:cNvCxnSpPr>
          <p:nvPr/>
        </p:nvCxnSpPr>
        <p:spPr>
          <a:xfrm>
            <a:off x="8035195" y="3029550"/>
            <a:ext cx="498903" cy="365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2EF6D18-CAF4-4BDF-9C8C-6D3FEE967F66}"/>
              </a:ext>
            </a:extLst>
          </p:cNvPr>
          <p:cNvSpPr txBox="1"/>
          <p:nvPr/>
        </p:nvSpPr>
        <p:spPr>
          <a:xfrm>
            <a:off x="7937767" y="3530247"/>
            <a:ext cx="1871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size or learning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7BDC78E-33C4-4D42-9621-762243356CAE}"/>
                  </a:ext>
                </a:extLst>
              </p:cNvPr>
              <p:cNvSpPr txBox="1"/>
              <p:nvPr/>
            </p:nvSpPr>
            <p:spPr>
              <a:xfrm>
                <a:off x="2535167" y="4663183"/>
                <a:ext cx="8035009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Why does this update step make sense?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From calculus, the derivative at a given point points out in the direction of steepest ascent; here we’re taking its negative, so gradient descent updates the parameter in the direction of steepest descent.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It’s not hard to see this when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𝛽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a scalar. Let’s see why!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7BDC78E-33C4-4D42-9621-762243356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167" y="4663183"/>
                <a:ext cx="8035009" cy="1631216"/>
              </a:xfrm>
              <a:prstGeom prst="rect">
                <a:avLst/>
              </a:prstGeom>
              <a:blipFill>
                <a:blip r:embed="rId3"/>
                <a:stretch>
                  <a:fillRect l="-835" t="-2239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836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00"/>
                </a:solidFill>
              </a:rPr>
              <a:t>Understanding the update step</a:t>
            </a:r>
            <a:endParaRPr lang="en-US" b="1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38"/>
          <a:stretch/>
        </p:blipFill>
        <p:spPr>
          <a:xfrm>
            <a:off x="6178608" y="2294022"/>
            <a:ext cx="5528484" cy="3262830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>
            <a:off x="6388065" y="5165558"/>
            <a:ext cx="52873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 flipV="1">
            <a:off x="7507705" y="3641558"/>
            <a:ext cx="0" cy="150795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443537" y="5101389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FB1118F-3496-43C7-948F-F70D5E776944}"/>
                  </a:ext>
                </a:extLst>
              </p:cNvPr>
              <p:cNvSpPr txBox="1"/>
              <p:nvPr/>
            </p:nvSpPr>
            <p:spPr>
              <a:xfrm>
                <a:off x="175740" y="3410648"/>
                <a:ext cx="5342562" cy="154292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+1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−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𝑑𝐽</m:t>
                              </m:r>
                              <m:d>
                                <m:dPr>
                                  <m:ctrlP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𝛽</m:t>
                                  </m:r>
                                </m:e>
                              </m:d>
                            </m:num>
                            <m:den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𝑑</m:t>
                              </m:r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den>
                          </m:f>
                        </m:e>
                        <m:sub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   </m:t>
                              </m:r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= </m:t>
                              </m:r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p>
                          </m:sSup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 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𝛼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FB1118F-3496-43C7-948F-F70D5E776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740" y="3410648"/>
                <a:ext cx="5342562" cy="15429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50327B8-E3A8-4216-AD9B-C4905A9CA1AC}"/>
              </a:ext>
            </a:extLst>
          </p:cNvPr>
          <p:cNvCxnSpPr>
            <a:cxnSpLocks/>
          </p:cNvCxnSpPr>
          <p:nvPr/>
        </p:nvCxnSpPr>
        <p:spPr>
          <a:xfrm>
            <a:off x="3785392" y="3461938"/>
            <a:ext cx="0" cy="99659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C709C37-AAAA-4FAD-BDC4-90D1C107F6D9}"/>
              </a:ext>
            </a:extLst>
          </p:cNvPr>
          <p:cNvSpPr txBox="1"/>
          <p:nvPr/>
        </p:nvSpPr>
        <p:spPr>
          <a:xfrm>
            <a:off x="2354281" y="3433781"/>
            <a:ext cx="2419381" cy="1108870"/>
          </a:xfrm>
          <a:prstGeom prst="rect">
            <a:avLst/>
          </a:prstGeom>
          <a:solidFill>
            <a:schemeClr val="accent1">
              <a:lumMod val="20000"/>
              <a:lumOff val="80000"/>
              <a:alpha val="37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D32B7C4-3BB7-4E31-9A90-F6CC7EDE85E2}"/>
              </a:ext>
            </a:extLst>
          </p:cNvPr>
          <p:cNvCxnSpPr/>
          <p:nvPr/>
        </p:nvCxnSpPr>
        <p:spPr>
          <a:xfrm flipH="1">
            <a:off x="2578852" y="4542651"/>
            <a:ext cx="520504" cy="407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C80262F-CE6B-4A85-8CB6-3D66B1062E39}"/>
              </a:ext>
            </a:extLst>
          </p:cNvPr>
          <p:cNvSpPr txBox="1"/>
          <p:nvPr/>
        </p:nvSpPr>
        <p:spPr>
          <a:xfrm>
            <a:off x="1418780" y="5023707"/>
            <a:ext cx="1871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Direction of step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6763592-8659-4022-A701-0B57574A39BF}"/>
              </a:ext>
            </a:extLst>
          </p:cNvPr>
          <p:cNvSpPr txBox="1"/>
          <p:nvPr/>
        </p:nvSpPr>
        <p:spPr>
          <a:xfrm>
            <a:off x="4838746" y="3805407"/>
            <a:ext cx="457200" cy="457200"/>
          </a:xfrm>
          <a:prstGeom prst="rect">
            <a:avLst/>
          </a:prstGeom>
          <a:solidFill>
            <a:schemeClr val="accent2">
              <a:lumMod val="40000"/>
              <a:lumOff val="60000"/>
              <a:alpha val="24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84BFD1C-7E2E-40DC-B127-29C8A0890FD8}"/>
              </a:ext>
            </a:extLst>
          </p:cNvPr>
          <p:cNvCxnSpPr>
            <a:cxnSpLocks/>
          </p:cNvCxnSpPr>
          <p:nvPr/>
        </p:nvCxnSpPr>
        <p:spPr>
          <a:xfrm>
            <a:off x="5046494" y="4359771"/>
            <a:ext cx="498903" cy="365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1A9DD0C-41D5-4CA5-B88D-303E2FB7EDB6}"/>
              </a:ext>
            </a:extLst>
          </p:cNvPr>
          <p:cNvSpPr txBox="1"/>
          <p:nvPr/>
        </p:nvSpPr>
        <p:spPr>
          <a:xfrm>
            <a:off x="4630403" y="4910521"/>
            <a:ext cx="1871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size or learning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36CB97-0BE0-4A1D-A425-0D1BED6A87F7}"/>
                  </a:ext>
                </a:extLst>
              </p:cNvPr>
              <p:cNvSpPr txBox="1"/>
              <p:nvPr/>
            </p:nvSpPr>
            <p:spPr>
              <a:xfrm>
                <a:off x="10849580" y="2419563"/>
                <a:ext cx="4843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36CB97-0BE0-4A1D-A425-0D1BED6A8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9580" y="2419563"/>
                <a:ext cx="484363" cy="276999"/>
              </a:xfrm>
              <a:prstGeom prst="rect">
                <a:avLst/>
              </a:prstGeom>
              <a:blipFill>
                <a:blip r:embed="rId5"/>
                <a:stretch>
                  <a:fillRect l="-15190" t="-2222" r="-1772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073032-58A9-4C36-982B-C3E9C16E2F2E}"/>
                  </a:ext>
                </a:extLst>
              </p:cNvPr>
              <p:cNvSpPr txBox="1"/>
              <p:nvPr/>
            </p:nvSpPr>
            <p:spPr>
              <a:xfrm>
                <a:off x="11430771" y="5254539"/>
                <a:ext cx="1993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073032-58A9-4C36-982B-C3E9C16E2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771" y="5254539"/>
                <a:ext cx="199350" cy="276999"/>
              </a:xfrm>
              <a:prstGeom prst="rect">
                <a:avLst/>
              </a:prstGeom>
              <a:blipFill>
                <a:blip r:embed="rId6"/>
                <a:stretch>
                  <a:fillRect l="-42424" t="-2222" r="-36364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F3F3BD1-3F3C-4CAB-8EBC-8FF4D00D8A7D}"/>
                  </a:ext>
                </a:extLst>
              </p:cNvPr>
              <p:cNvSpPr txBox="1"/>
              <p:nvPr/>
            </p:nvSpPr>
            <p:spPr>
              <a:xfrm>
                <a:off x="7408030" y="5346263"/>
                <a:ext cx="3066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F3F3BD1-3F3C-4CAB-8EBC-8FF4D00D8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8030" y="5346263"/>
                <a:ext cx="306686" cy="276999"/>
              </a:xfrm>
              <a:prstGeom prst="rect">
                <a:avLst/>
              </a:prstGeom>
              <a:blipFill>
                <a:blip r:embed="rId7"/>
                <a:stretch>
                  <a:fillRect l="-25490" t="-4444" r="-7843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F54CAE7-5088-407A-9442-E74855434406}"/>
              </a:ext>
            </a:extLst>
          </p:cNvPr>
          <p:cNvSpPr txBox="1"/>
          <p:nvPr/>
        </p:nvSpPr>
        <p:spPr>
          <a:xfrm>
            <a:off x="5782661" y="5708787"/>
            <a:ext cx="4368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we start here, in which direction beta will be updated? To the right or left?</a:t>
            </a:r>
          </a:p>
        </p:txBody>
      </p:sp>
    </p:spTree>
    <p:extLst>
      <p:ext uri="{BB962C8B-B14F-4D97-AF65-F5344CB8AC3E}">
        <p14:creationId xmlns:p14="http://schemas.microsoft.com/office/powerpoint/2010/main" val="964476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00"/>
                </a:solidFill>
              </a:rPr>
              <a:t>Understanding the update step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38"/>
          <a:stretch/>
        </p:blipFill>
        <p:spPr>
          <a:xfrm>
            <a:off x="6178608" y="2294022"/>
            <a:ext cx="5528484" cy="3262830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>
            <a:off x="6388065" y="5165558"/>
            <a:ext cx="52873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 flipV="1">
            <a:off x="7507705" y="3641558"/>
            <a:ext cx="0" cy="150795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443537" y="5101389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7697254" y="5094019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7969669" y="5103544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8193507" y="5101639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8411629" y="5096877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8552599" y="5092114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8719286" y="5104497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8971698" y="5108308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8859404" y="5108308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03770" y="532638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Continue on updating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FB1118F-3496-43C7-948F-F70D5E776944}"/>
                  </a:ext>
                </a:extLst>
              </p:cNvPr>
              <p:cNvSpPr txBox="1"/>
              <p:nvPr/>
            </p:nvSpPr>
            <p:spPr>
              <a:xfrm>
                <a:off x="175740" y="3410648"/>
                <a:ext cx="5342562" cy="154292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+1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−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𝑑𝐽</m:t>
                              </m:r>
                              <m:d>
                                <m:dPr>
                                  <m:ctrlP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𝛽</m:t>
                                  </m:r>
                                </m:e>
                              </m:d>
                            </m:num>
                            <m:den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𝑑</m:t>
                              </m:r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den>
                          </m:f>
                        </m:e>
                        <m:sub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   </m:t>
                              </m:r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= </m:t>
                              </m:r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p>
                          </m:sSup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 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𝛼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FB1118F-3496-43C7-948F-F70D5E776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740" y="3410648"/>
                <a:ext cx="5342562" cy="15429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50327B8-E3A8-4216-AD9B-C4905A9CA1AC}"/>
              </a:ext>
            </a:extLst>
          </p:cNvPr>
          <p:cNvCxnSpPr>
            <a:cxnSpLocks/>
          </p:cNvCxnSpPr>
          <p:nvPr/>
        </p:nvCxnSpPr>
        <p:spPr>
          <a:xfrm>
            <a:off x="3785392" y="3461938"/>
            <a:ext cx="0" cy="99659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C709C37-AAAA-4FAD-BDC4-90D1C107F6D9}"/>
              </a:ext>
            </a:extLst>
          </p:cNvPr>
          <p:cNvSpPr txBox="1"/>
          <p:nvPr/>
        </p:nvSpPr>
        <p:spPr>
          <a:xfrm>
            <a:off x="2354281" y="3433781"/>
            <a:ext cx="2419381" cy="1108870"/>
          </a:xfrm>
          <a:prstGeom prst="rect">
            <a:avLst/>
          </a:prstGeom>
          <a:solidFill>
            <a:schemeClr val="accent1">
              <a:lumMod val="20000"/>
              <a:lumOff val="80000"/>
              <a:alpha val="37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D32B7C4-3BB7-4E31-9A90-F6CC7EDE85E2}"/>
              </a:ext>
            </a:extLst>
          </p:cNvPr>
          <p:cNvCxnSpPr/>
          <p:nvPr/>
        </p:nvCxnSpPr>
        <p:spPr>
          <a:xfrm flipH="1">
            <a:off x="2578852" y="4542651"/>
            <a:ext cx="520504" cy="407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C80262F-CE6B-4A85-8CB6-3D66B1062E39}"/>
              </a:ext>
            </a:extLst>
          </p:cNvPr>
          <p:cNvSpPr txBox="1"/>
          <p:nvPr/>
        </p:nvSpPr>
        <p:spPr>
          <a:xfrm>
            <a:off x="1418780" y="5023707"/>
            <a:ext cx="1871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Direction of step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6763592-8659-4022-A701-0B57574A39BF}"/>
              </a:ext>
            </a:extLst>
          </p:cNvPr>
          <p:cNvSpPr txBox="1"/>
          <p:nvPr/>
        </p:nvSpPr>
        <p:spPr>
          <a:xfrm>
            <a:off x="4838746" y="3805407"/>
            <a:ext cx="457200" cy="457200"/>
          </a:xfrm>
          <a:prstGeom prst="rect">
            <a:avLst/>
          </a:prstGeom>
          <a:solidFill>
            <a:schemeClr val="accent2">
              <a:lumMod val="40000"/>
              <a:lumOff val="60000"/>
              <a:alpha val="24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84BFD1C-7E2E-40DC-B127-29C8A0890FD8}"/>
              </a:ext>
            </a:extLst>
          </p:cNvPr>
          <p:cNvCxnSpPr>
            <a:cxnSpLocks/>
          </p:cNvCxnSpPr>
          <p:nvPr/>
        </p:nvCxnSpPr>
        <p:spPr>
          <a:xfrm>
            <a:off x="5046494" y="4359771"/>
            <a:ext cx="498903" cy="365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1A9DD0C-41D5-4CA5-B88D-303E2FB7EDB6}"/>
              </a:ext>
            </a:extLst>
          </p:cNvPr>
          <p:cNvSpPr txBox="1"/>
          <p:nvPr/>
        </p:nvSpPr>
        <p:spPr>
          <a:xfrm>
            <a:off x="4630403" y="4910521"/>
            <a:ext cx="1871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size or learning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4263082-3438-4AE4-BA08-4607A8C09C2D}"/>
                  </a:ext>
                </a:extLst>
              </p:cNvPr>
              <p:cNvSpPr txBox="1"/>
              <p:nvPr/>
            </p:nvSpPr>
            <p:spPr>
              <a:xfrm>
                <a:off x="10803902" y="2520023"/>
                <a:ext cx="4843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4263082-3438-4AE4-BA08-4607A8C09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3902" y="2520023"/>
                <a:ext cx="484363" cy="276999"/>
              </a:xfrm>
              <a:prstGeom prst="rect">
                <a:avLst/>
              </a:prstGeom>
              <a:blipFill>
                <a:blip r:embed="rId5"/>
                <a:stretch>
                  <a:fillRect l="-15000" t="-2174" r="-16250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363A61B-5A06-4F41-AC43-50EF2702A3C0}"/>
                  </a:ext>
                </a:extLst>
              </p:cNvPr>
              <p:cNvSpPr txBox="1"/>
              <p:nvPr/>
            </p:nvSpPr>
            <p:spPr>
              <a:xfrm>
                <a:off x="11154450" y="5254539"/>
                <a:ext cx="1993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363A61B-5A06-4F41-AC43-50EF2702A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4450" y="5254539"/>
                <a:ext cx="199350" cy="276999"/>
              </a:xfrm>
              <a:prstGeom prst="rect">
                <a:avLst/>
              </a:prstGeom>
              <a:blipFill>
                <a:blip r:embed="rId6"/>
                <a:stretch>
                  <a:fillRect l="-42424" t="-2222" r="-36364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7723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00"/>
                </a:solidFill>
              </a:rPr>
              <a:t>Understanding the update step</a:t>
            </a:r>
            <a:endParaRPr lang="en-US" b="1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38"/>
          <a:stretch/>
        </p:blipFill>
        <p:spPr>
          <a:xfrm>
            <a:off x="6178608" y="2294022"/>
            <a:ext cx="5528484" cy="3262830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>
            <a:off x="6388065" y="5165558"/>
            <a:ext cx="52873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 flipV="1">
            <a:off x="10281728" y="3657600"/>
            <a:ext cx="0" cy="150795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232147" y="5127009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FB1118F-3496-43C7-948F-F70D5E776944}"/>
                  </a:ext>
                </a:extLst>
              </p:cNvPr>
              <p:cNvSpPr txBox="1"/>
              <p:nvPr/>
            </p:nvSpPr>
            <p:spPr>
              <a:xfrm>
                <a:off x="175740" y="3410648"/>
                <a:ext cx="5342562" cy="154292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+1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−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𝑑𝐽</m:t>
                              </m:r>
                              <m:d>
                                <m:dPr>
                                  <m:ctrlP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𝛽</m:t>
                                  </m:r>
                                </m:e>
                              </m:d>
                            </m:num>
                            <m:den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𝑑</m:t>
                              </m:r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den>
                          </m:f>
                        </m:e>
                        <m:sub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   </m:t>
                              </m:r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= </m:t>
                              </m:r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p>
                          </m:sSup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 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𝛼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FB1118F-3496-43C7-948F-F70D5E776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740" y="3410648"/>
                <a:ext cx="5342562" cy="15429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50327B8-E3A8-4216-AD9B-C4905A9CA1AC}"/>
              </a:ext>
            </a:extLst>
          </p:cNvPr>
          <p:cNvCxnSpPr>
            <a:cxnSpLocks/>
          </p:cNvCxnSpPr>
          <p:nvPr/>
        </p:nvCxnSpPr>
        <p:spPr>
          <a:xfrm>
            <a:off x="3785392" y="3461938"/>
            <a:ext cx="0" cy="99659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C709C37-AAAA-4FAD-BDC4-90D1C107F6D9}"/>
              </a:ext>
            </a:extLst>
          </p:cNvPr>
          <p:cNvSpPr txBox="1"/>
          <p:nvPr/>
        </p:nvSpPr>
        <p:spPr>
          <a:xfrm>
            <a:off x="2354281" y="3433781"/>
            <a:ext cx="2419381" cy="1108870"/>
          </a:xfrm>
          <a:prstGeom prst="rect">
            <a:avLst/>
          </a:prstGeom>
          <a:solidFill>
            <a:schemeClr val="accent1">
              <a:lumMod val="20000"/>
              <a:lumOff val="80000"/>
              <a:alpha val="37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D32B7C4-3BB7-4E31-9A90-F6CC7EDE85E2}"/>
              </a:ext>
            </a:extLst>
          </p:cNvPr>
          <p:cNvCxnSpPr/>
          <p:nvPr/>
        </p:nvCxnSpPr>
        <p:spPr>
          <a:xfrm flipH="1">
            <a:off x="2578852" y="4542651"/>
            <a:ext cx="520504" cy="407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C80262F-CE6B-4A85-8CB6-3D66B1062E39}"/>
              </a:ext>
            </a:extLst>
          </p:cNvPr>
          <p:cNvSpPr txBox="1"/>
          <p:nvPr/>
        </p:nvSpPr>
        <p:spPr>
          <a:xfrm>
            <a:off x="1418780" y="5023707"/>
            <a:ext cx="1871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Direction of step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6763592-8659-4022-A701-0B57574A39BF}"/>
              </a:ext>
            </a:extLst>
          </p:cNvPr>
          <p:cNvSpPr txBox="1"/>
          <p:nvPr/>
        </p:nvSpPr>
        <p:spPr>
          <a:xfrm>
            <a:off x="4838746" y="3805407"/>
            <a:ext cx="457200" cy="457200"/>
          </a:xfrm>
          <a:prstGeom prst="rect">
            <a:avLst/>
          </a:prstGeom>
          <a:solidFill>
            <a:schemeClr val="accent2">
              <a:lumMod val="40000"/>
              <a:lumOff val="60000"/>
              <a:alpha val="24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84BFD1C-7E2E-40DC-B127-29C8A0890FD8}"/>
              </a:ext>
            </a:extLst>
          </p:cNvPr>
          <p:cNvCxnSpPr>
            <a:cxnSpLocks/>
          </p:cNvCxnSpPr>
          <p:nvPr/>
        </p:nvCxnSpPr>
        <p:spPr>
          <a:xfrm>
            <a:off x="5046494" y="4359771"/>
            <a:ext cx="498903" cy="365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1A9DD0C-41D5-4CA5-B88D-303E2FB7EDB6}"/>
              </a:ext>
            </a:extLst>
          </p:cNvPr>
          <p:cNvSpPr txBox="1"/>
          <p:nvPr/>
        </p:nvSpPr>
        <p:spPr>
          <a:xfrm>
            <a:off x="4630403" y="4910521"/>
            <a:ext cx="1871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size or learning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36CB97-0BE0-4A1D-A425-0D1BED6A87F7}"/>
                  </a:ext>
                </a:extLst>
              </p:cNvPr>
              <p:cNvSpPr txBox="1"/>
              <p:nvPr/>
            </p:nvSpPr>
            <p:spPr>
              <a:xfrm>
                <a:off x="10849580" y="2419563"/>
                <a:ext cx="4843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36CB97-0BE0-4A1D-A425-0D1BED6A8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9580" y="2419563"/>
                <a:ext cx="484363" cy="276999"/>
              </a:xfrm>
              <a:prstGeom prst="rect">
                <a:avLst/>
              </a:prstGeom>
              <a:blipFill>
                <a:blip r:embed="rId5"/>
                <a:stretch>
                  <a:fillRect l="-15190" t="-2222" r="-1772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073032-58A9-4C36-982B-C3E9C16E2F2E}"/>
                  </a:ext>
                </a:extLst>
              </p:cNvPr>
              <p:cNvSpPr txBox="1"/>
              <p:nvPr/>
            </p:nvSpPr>
            <p:spPr>
              <a:xfrm>
                <a:off x="11430771" y="5254539"/>
                <a:ext cx="1993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073032-58A9-4C36-982B-C3E9C16E2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771" y="5254539"/>
                <a:ext cx="199350" cy="276999"/>
              </a:xfrm>
              <a:prstGeom prst="rect">
                <a:avLst/>
              </a:prstGeom>
              <a:blipFill>
                <a:blip r:embed="rId6"/>
                <a:stretch>
                  <a:fillRect l="-42424" t="-2222" r="-36364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F3F3BD1-3F3C-4CAB-8EBC-8FF4D00D8A7D}"/>
                  </a:ext>
                </a:extLst>
              </p:cNvPr>
              <p:cNvSpPr txBox="1"/>
              <p:nvPr/>
            </p:nvSpPr>
            <p:spPr>
              <a:xfrm>
                <a:off x="10196640" y="5371883"/>
                <a:ext cx="3066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F3F3BD1-3F3C-4CAB-8EBC-8FF4D00D8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6640" y="5371883"/>
                <a:ext cx="306686" cy="276999"/>
              </a:xfrm>
              <a:prstGeom prst="rect">
                <a:avLst/>
              </a:prstGeom>
              <a:blipFill>
                <a:blip r:embed="rId7"/>
                <a:stretch>
                  <a:fillRect l="-26000" t="-4348" r="-8000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F54CAE7-5088-407A-9442-E74855434406}"/>
              </a:ext>
            </a:extLst>
          </p:cNvPr>
          <p:cNvSpPr txBox="1"/>
          <p:nvPr/>
        </p:nvSpPr>
        <p:spPr>
          <a:xfrm>
            <a:off x="6965737" y="5682393"/>
            <a:ext cx="4368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we start here, in which direction beta will be updated? To the right or left?</a:t>
            </a:r>
          </a:p>
        </p:txBody>
      </p:sp>
    </p:spTree>
    <p:extLst>
      <p:ext uri="{BB962C8B-B14F-4D97-AF65-F5344CB8AC3E}">
        <p14:creationId xmlns:p14="http://schemas.microsoft.com/office/powerpoint/2010/main" val="703066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00"/>
                </a:solidFill>
              </a:rPr>
              <a:t>Understanding the update step</a:t>
            </a:r>
            <a:endParaRPr lang="en-US" b="1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38"/>
          <a:stretch/>
        </p:blipFill>
        <p:spPr>
          <a:xfrm>
            <a:off x="6146963" y="2294022"/>
            <a:ext cx="5528484" cy="3262830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>
            <a:off x="6388065" y="5165558"/>
            <a:ext cx="52873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 flipV="1">
            <a:off x="10281727" y="3657600"/>
            <a:ext cx="0" cy="150795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237460" y="5080036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9852828" y="5092113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9648550" y="5092470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9461187" y="5087102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9311227" y="5092113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9156282" y="5101389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9027246" y="5103727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8752432" y="5098016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8898210" y="5097105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03770" y="532638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Continue on updating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FB1118F-3496-43C7-948F-F70D5E776944}"/>
                  </a:ext>
                </a:extLst>
              </p:cNvPr>
              <p:cNvSpPr txBox="1"/>
              <p:nvPr/>
            </p:nvSpPr>
            <p:spPr>
              <a:xfrm>
                <a:off x="175740" y="3410648"/>
                <a:ext cx="5342562" cy="154292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+1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−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𝑑𝐽</m:t>
                              </m:r>
                              <m:d>
                                <m:dPr>
                                  <m:ctrlP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𝛽</m:t>
                                  </m:r>
                                </m:e>
                              </m:d>
                            </m:num>
                            <m:den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𝑑</m:t>
                              </m:r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den>
                          </m:f>
                        </m:e>
                        <m:sub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   </m:t>
                              </m:r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= </m:t>
                              </m:r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p>
                          </m:sSup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 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𝛼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FB1118F-3496-43C7-948F-F70D5E776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740" y="3410648"/>
                <a:ext cx="5342562" cy="15429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50327B8-E3A8-4216-AD9B-C4905A9CA1AC}"/>
              </a:ext>
            </a:extLst>
          </p:cNvPr>
          <p:cNvCxnSpPr>
            <a:cxnSpLocks/>
          </p:cNvCxnSpPr>
          <p:nvPr/>
        </p:nvCxnSpPr>
        <p:spPr>
          <a:xfrm>
            <a:off x="3785392" y="3461938"/>
            <a:ext cx="0" cy="99659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C709C37-AAAA-4FAD-BDC4-90D1C107F6D9}"/>
              </a:ext>
            </a:extLst>
          </p:cNvPr>
          <p:cNvSpPr txBox="1"/>
          <p:nvPr/>
        </p:nvSpPr>
        <p:spPr>
          <a:xfrm>
            <a:off x="2354281" y="3433781"/>
            <a:ext cx="2419381" cy="1108870"/>
          </a:xfrm>
          <a:prstGeom prst="rect">
            <a:avLst/>
          </a:prstGeom>
          <a:solidFill>
            <a:schemeClr val="accent1">
              <a:lumMod val="20000"/>
              <a:lumOff val="80000"/>
              <a:alpha val="37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D32B7C4-3BB7-4E31-9A90-F6CC7EDE85E2}"/>
              </a:ext>
            </a:extLst>
          </p:cNvPr>
          <p:cNvCxnSpPr/>
          <p:nvPr/>
        </p:nvCxnSpPr>
        <p:spPr>
          <a:xfrm flipH="1">
            <a:off x="2578852" y="4542651"/>
            <a:ext cx="520504" cy="407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C80262F-CE6B-4A85-8CB6-3D66B1062E39}"/>
              </a:ext>
            </a:extLst>
          </p:cNvPr>
          <p:cNvSpPr txBox="1"/>
          <p:nvPr/>
        </p:nvSpPr>
        <p:spPr>
          <a:xfrm>
            <a:off x="1418780" y="5023707"/>
            <a:ext cx="1871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Direction of step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6763592-8659-4022-A701-0B57574A39BF}"/>
              </a:ext>
            </a:extLst>
          </p:cNvPr>
          <p:cNvSpPr txBox="1"/>
          <p:nvPr/>
        </p:nvSpPr>
        <p:spPr>
          <a:xfrm>
            <a:off x="4838746" y="3805407"/>
            <a:ext cx="457200" cy="457200"/>
          </a:xfrm>
          <a:prstGeom prst="rect">
            <a:avLst/>
          </a:prstGeom>
          <a:solidFill>
            <a:schemeClr val="accent2">
              <a:lumMod val="40000"/>
              <a:lumOff val="60000"/>
              <a:alpha val="24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84BFD1C-7E2E-40DC-B127-29C8A0890FD8}"/>
              </a:ext>
            </a:extLst>
          </p:cNvPr>
          <p:cNvCxnSpPr>
            <a:cxnSpLocks/>
          </p:cNvCxnSpPr>
          <p:nvPr/>
        </p:nvCxnSpPr>
        <p:spPr>
          <a:xfrm>
            <a:off x="5046494" y="4359771"/>
            <a:ext cx="498903" cy="365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1A9DD0C-41D5-4CA5-B88D-303E2FB7EDB6}"/>
              </a:ext>
            </a:extLst>
          </p:cNvPr>
          <p:cNvSpPr txBox="1"/>
          <p:nvPr/>
        </p:nvSpPr>
        <p:spPr>
          <a:xfrm>
            <a:off x="4630403" y="4910521"/>
            <a:ext cx="1871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size or learning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4263082-3438-4AE4-BA08-4607A8C09C2D}"/>
                  </a:ext>
                </a:extLst>
              </p:cNvPr>
              <p:cNvSpPr txBox="1"/>
              <p:nvPr/>
            </p:nvSpPr>
            <p:spPr>
              <a:xfrm>
                <a:off x="10803902" y="2520023"/>
                <a:ext cx="4843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4263082-3438-4AE4-BA08-4607A8C09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3902" y="2520023"/>
                <a:ext cx="484363" cy="276999"/>
              </a:xfrm>
              <a:prstGeom prst="rect">
                <a:avLst/>
              </a:prstGeom>
              <a:blipFill>
                <a:blip r:embed="rId5"/>
                <a:stretch>
                  <a:fillRect l="-15000" t="-2174" r="-16250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363A61B-5A06-4F41-AC43-50EF2702A3C0}"/>
                  </a:ext>
                </a:extLst>
              </p:cNvPr>
              <p:cNvSpPr txBox="1"/>
              <p:nvPr/>
            </p:nvSpPr>
            <p:spPr>
              <a:xfrm>
                <a:off x="11154450" y="5254539"/>
                <a:ext cx="1993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363A61B-5A06-4F41-AC43-50EF2702A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4450" y="5254539"/>
                <a:ext cx="199350" cy="276999"/>
              </a:xfrm>
              <a:prstGeom prst="rect">
                <a:avLst/>
              </a:prstGeom>
              <a:blipFill>
                <a:blip r:embed="rId6"/>
                <a:stretch>
                  <a:fillRect l="-42424" t="-2222" r="-36364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1781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00"/>
                </a:solidFill>
              </a:rPr>
              <a:t>Understanding the update step</a:t>
            </a:r>
            <a:endParaRPr lang="en-US" b="1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38"/>
          <a:stretch/>
        </p:blipFill>
        <p:spPr>
          <a:xfrm>
            <a:off x="6146963" y="2294022"/>
            <a:ext cx="5528484" cy="3262830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>
            <a:off x="6388065" y="5165558"/>
            <a:ext cx="52873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 flipV="1">
            <a:off x="10281727" y="3657600"/>
            <a:ext cx="0" cy="150795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237460" y="5080036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9852828" y="5092113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9648550" y="5092470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9461187" y="5087102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9311227" y="5092113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9156282" y="5101389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9027246" y="5103727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8752432" y="5098016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8898210" y="5097105"/>
            <a:ext cx="112294" cy="1283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03770" y="532638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Continue on updating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FB1118F-3496-43C7-948F-F70D5E776944}"/>
                  </a:ext>
                </a:extLst>
              </p:cNvPr>
              <p:cNvSpPr txBox="1"/>
              <p:nvPr/>
            </p:nvSpPr>
            <p:spPr>
              <a:xfrm>
                <a:off x="175740" y="3410648"/>
                <a:ext cx="5342562" cy="154292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+1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−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𝑑𝐽</m:t>
                              </m:r>
                              <m:d>
                                <m:dPr>
                                  <m:ctrlP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𝛽</m:t>
                                  </m:r>
                                </m:e>
                              </m:d>
                            </m:num>
                            <m:den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𝑑</m:t>
                              </m:r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den>
                          </m:f>
                        </m:e>
                        <m:sub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   </m:t>
                              </m:r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= </m:t>
                              </m:r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p>
                          </m:sSup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 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𝛼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FB1118F-3496-43C7-948F-F70D5E776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740" y="3410648"/>
                <a:ext cx="5342562" cy="15429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50327B8-E3A8-4216-AD9B-C4905A9CA1AC}"/>
              </a:ext>
            </a:extLst>
          </p:cNvPr>
          <p:cNvCxnSpPr>
            <a:cxnSpLocks/>
          </p:cNvCxnSpPr>
          <p:nvPr/>
        </p:nvCxnSpPr>
        <p:spPr>
          <a:xfrm>
            <a:off x="3785392" y="3461938"/>
            <a:ext cx="0" cy="99659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C709C37-AAAA-4FAD-BDC4-90D1C107F6D9}"/>
              </a:ext>
            </a:extLst>
          </p:cNvPr>
          <p:cNvSpPr txBox="1"/>
          <p:nvPr/>
        </p:nvSpPr>
        <p:spPr>
          <a:xfrm>
            <a:off x="2354281" y="3433781"/>
            <a:ext cx="2419381" cy="1108870"/>
          </a:xfrm>
          <a:prstGeom prst="rect">
            <a:avLst/>
          </a:prstGeom>
          <a:solidFill>
            <a:schemeClr val="accent1">
              <a:lumMod val="20000"/>
              <a:lumOff val="80000"/>
              <a:alpha val="37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D32B7C4-3BB7-4E31-9A90-F6CC7EDE85E2}"/>
              </a:ext>
            </a:extLst>
          </p:cNvPr>
          <p:cNvCxnSpPr/>
          <p:nvPr/>
        </p:nvCxnSpPr>
        <p:spPr>
          <a:xfrm flipH="1">
            <a:off x="2578852" y="4542651"/>
            <a:ext cx="520504" cy="407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C80262F-CE6B-4A85-8CB6-3D66B1062E39}"/>
              </a:ext>
            </a:extLst>
          </p:cNvPr>
          <p:cNvSpPr txBox="1"/>
          <p:nvPr/>
        </p:nvSpPr>
        <p:spPr>
          <a:xfrm>
            <a:off x="1418780" y="5023707"/>
            <a:ext cx="1871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Direction of step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6763592-8659-4022-A701-0B57574A39BF}"/>
              </a:ext>
            </a:extLst>
          </p:cNvPr>
          <p:cNvSpPr txBox="1"/>
          <p:nvPr/>
        </p:nvSpPr>
        <p:spPr>
          <a:xfrm>
            <a:off x="4838746" y="3805407"/>
            <a:ext cx="457200" cy="457200"/>
          </a:xfrm>
          <a:prstGeom prst="rect">
            <a:avLst/>
          </a:prstGeom>
          <a:solidFill>
            <a:schemeClr val="accent2">
              <a:lumMod val="40000"/>
              <a:lumOff val="60000"/>
              <a:alpha val="24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84BFD1C-7E2E-40DC-B127-29C8A0890FD8}"/>
              </a:ext>
            </a:extLst>
          </p:cNvPr>
          <p:cNvCxnSpPr>
            <a:cxnSpLocks/>
          </p:cNvCxnSpPr>
          <p:nvPr/>
        </p:nvCxnSpPr>
        <p:spPr>
          <a:xfrm>
            <a:off x="5046494" y="4359771"/>
            <a:ext cx="498903" cy="365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1A9DD0C-41D5-4CA5-B88D-303E2FB7EDB6}"/>
              </a:ext>
            </a:extLst>
          </p:cNvPr>
          <p:cNvSpPr txBox="1"/>
          <p:nvPr/>
        </p:nvSpPr>
        <p:spPr>
          <a:xfrm>
            <a:off x="4630403" y="4910521"/>
            <a:ext cx="1871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size or learning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4263082-3438-4AE4-BA08-4607A8C09C2D}"/>
                  </a:ext>
                </a:extLst>
              </p:cNvPr>
              <p:cNvSpPr txBox="1"/>
              <p:nvPr/>
            </p:nvSpPr>
            <p:spPr>
              <a:xfrm>
                <a:off x="10803902" y="2520023"/>
                <a:ext cx="4843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4263082-3438-4AE4-BA08-4607A8C09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3902" y="2520023"/>
                <a:ext cx="484363" cy="276999"/>
              </a:xfrm>
              <a:prstGeom prst="rect">
                <a:avLst/>
              </a:prstGeom>
              <a:blipFill>
                <a:blip r:embed="rId5"/>
                <a:stretch>
                  <a:fillRect l="-15000" t="-2174" r="-16250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363A61B-5A06-4F41-AC43-50EF2702A3C0}"/>
                  </a:ext>
                </a:extLst>
              </p:cNvPr>
              <p:cNvSpPr txBox="1"/>
              <p:nvPr/>
            </p:nvSpPr>
            <p:spPr>
              <a:xfrm>
                <a:off x="11154450" y="5254539"/>
                <a:ext cx="1993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363A61B-5A06-4F41-AC43-50EF2702A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4450" y="5254539"/>
                <a:ext cx="199350" cy="276999"/>
              </a:xfrm>
              <a:prstGeom prst="rect">
                <a:avLst/>
              </a:prstGeom>
              <a:blipFill>
                <a:blip r:embed="rId6"/>
                <a:stretch>
                  <a:fillRect l="-42424" t="-2222" r="-36364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53846F9-E891-41C1-92E6-2AB8BB2B6C05}"/>
              </a:ext>
            </a:extLst>
          </p:cNvPr>
          <p:cNvSpPr txBox="1"/>
          <p:nvPr/>
        </p:nvSpPr>
        <p:spPr>
          <a:xfrm>
            <a:off x="516553" y="1726352"/>
            <a:ext cx="5528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As we approach the minimum, does gradient descent take smaller or larger steps?</a:t>
            </a:r>
          </a:p>
        </p:txBody>
      </p:sp>
    </p:spTree>
    <p:extLst>
      <p:ext uri="{BB962C8B-B14F-4D97-AF65-F5344CB8AC3E}">
        <p14:creationId xmlns:p14="http://schemas.microsoft.com/office/powerpoint/2010/main" val="802592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95E17-41C7-456F-96A7-C2CBB2CEB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Understanding the learning rate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2E2274-FDB8-46A1-8E4E-AF133D42CB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38"/>
          <a:stretch/>
        </p:blipFill>
        <p:spPr>
          <a:xfrm>
            <a:off x="369015" y="2439796"/>
            <a:ext cx="5528484" cy="326283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06CEA38-DAC2-45E5-A193-F1BC253A3335}"/>
              </a:ext>
            </a:extLst>
          </p:cNvPr>
          <p:cNvCxnSpPr/>
          <p:nvPr/>
        </p:nvCxnSpPr>
        <p:spPr>
          <a:xfrm>
            <a:off x="610117" y="5311332"/>
            <a:ext cx="52873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ACEB0E7-7172-4DF7-AA31-E47387FE387C}"/>
                  </a:ext>
                </a:extLst>
              </p:cNvPr>
              <p:cNvSpPr txBox="1"/>
              <p:nvPr/>
            </p:nvSpPr>
            <p:spPr>
              <a:xfrm>
                <a:off x="5025954" y="2665797"/>
                <a:ext cx="4843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ACEB0E7-7172-4DF7-AA31-E47387FE3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5954" y="2665797"/>
                <a:ext cx="484363" cy="276999"/>
              </a:xfrm>
              <a:prstGeom prst="rect">
                <a:avLst/>
              </a:prstGeom>
              <a:blipFill>
                <a:blip r:embed="rId4"/>
                <a:stretch>
                  <a:fillRect l="-15000" t="-2174" r="-16250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B4FC0EC-E28F-46BB-8500-DC3D33B9DAE6}"/>
                  </a:ext>
                </a:extLst>
              </p:cNvPr>
              <p:cNvSpPr txBox="1"/>
              <p:nvPr/>
            </p:nvSpPr>
            <p:spPr>
              <a:xfrm>
                <a:off x="5376502" y="5400313"/>
                <a:ext cx="1993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B4FC0EC-E28F-46BB-8500-DC3D33B9D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502" y="5400313"/>
                <a:ext cx="199350" cy="276999"/>
              </a:xfrm>
              <a:prstGeom prst="rect">
                <a:avLst/>
              </a:prstGeom>
              <a:blipFill>
                <a:blip r:embed="rId5"/>
                <a:stretch>
                  <a:fillRect l="-42424" t="-2222" r="-36364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8A43AB00-2721-4329-BD2B-676A0B01DA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38"/>
          <a:stretch/>
        </p:blipFill>
        <p:spPr>
          <a:xfrm>
            <a:off x="6057123" y="2439796"/>
            <a:ext cx="5528484" cy="326283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0B566A7-469E-42BD-8585-EEB962791644}"/>
              </a:ext>
            </a:extLst>
          </p:cNvPr>
          <p:cNvCxnSpPr/>
          <p:nvPr/>
        </p:nvCxnSpPr>
        <p:spPr>
          <a:xfrm>
            <a:off x="6439324" y="5311332"/>
            <a:ext cx="52873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DBE11E4-9603-4B72-ADDF-7763B79DAEA5}"/>
                  </a:ext>
                </a:extLst>
              </p:cNvPr>
              <p:cNvSpPr txBox="1"/>
              <p:nvPr/>
            </p:nvSpPr>
            <p:spPr>
              <a:xfrm>
                <a:off x="10855161" y="2665797"/>
                <a:ext cx="4843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DBE11E4-9603-4B72-ADDF-7763B79DA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5161" y="2665797"/>
                <a:ext cx="484363" cy="276999"/>
              </a:xfrm>
              <a:prstGeom prst="rect">
                <a:avLst/>
              </a:prstGeom>
              <a:blipFill>
                <a:blip r:embed="rId6"/>
                <a:stretch>
                  <a:fillRect l="-15190" t="-2174" r="-17722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A82753C-B472-4386-9F35-A7DA6E9F0515}"/>
                  </a:ext>
                </a:extLst>
              </p:cNvPr>
              <p:cNvSpPr txBox="1"/>
              <p:nvPr/>
            </p:nvSpPr>
            <p:spPr>
              <a:xfrm>
                <a:off x="11205709" y="5400313"/>
                <a:ext cx="1993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A82753C-B472-4386-9F35-A7DA6E9F0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5709" y="5400313"/>
                <a:ext cx="199350" cy="276999"/>
              </a:xfrm>
              <a:prstGeom prst="rect">
                <a:avLst/>
              </a:prstGeom>
              <a:blipFill>
                <a:blip r:embed="rId7"/>
                <a:stretch>
                  <a:fillRect l="-42424" t="-2222" r="-36364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C1A837A-A2E3-41A9-802E-1715E9F13A4A}"/>
                  </a:ext>
                </a:extLst>
              </p14:cNvPr>
              <p14:cNvContentPartPr/>
              <p14:nvPr/>
            </p14:nvContentPartPr>
            <p14:xfrm>
              <a:off x="1463760" y="3200400"/>
              <a:ext cx="1645560" cy="2160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C1A837A-A2E3-41A9-802E-1715E9F13A4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54400" y="3191040"/>
                <a:ext cx="1664280" cy="21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8E034DE-E380-4E6B-A97B-7B5B210C5B18}"/>
                  </a:ext>
                </a:extLst>
              </p14:cNvPr>
              <p14:cNvContentPartPr/>
              <p14:nvPr/>
            </p14:nvContentPartPr>
            <p14:xfrm>
              <a:off x="7295400" y="3484440"/>
              <a:ext cx="2746080" cy="27482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8E034DE-E380-4E6B-A97B-7B5B210C5B1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86040" y="3475080"/>
                <a:ext cx="2764800" cy="27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018ECD4-9B8A-4D10-91B2-3401543383FB}"/>
                  </a:ext>
                </a:extLst>
              </p:cNvPr>
              <p:cNvSpPr txBox="1"/>
              <p:nvPr/>
            </p:nvSpPr>
            <p:spPr>
              <a:xfrm>
                <a:off x="3253808" y="1578543"/>
                <a:ext cx="49469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 which case,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𝛼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too large ?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𝛼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too small?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018ECD4-9B8A-4D10-91B2-340154338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3808" y="1578543"/>
                <a:ext cx="4946916" cy="369332"/>
              </a:xfrm>
              <a:prstGeom prst="rect">
                <a:avLst/>
              </a:prstGeom>
              <a:blipFill>
                <a:blip r:embed="rId12"/>
                <a:stretch>
                  <a:fillRect l="-1110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7109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95E17-41C7-456F-96A7-C2CBB2CEB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Understanding the learning rate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2E2274-FDB8-46A1-8E4E-AF133D42CB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38"/>
          <a:stretch/>
        </p:blipFill>
        <p:spPr>
          <a:xfrm>
            <a:off x="369015" y="2439796"/>
            <a:ext cx="5528484" cy="326283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06CEA38-DAC2-45E5-A193-F1BC253A3335}"/>
              </a:ext>
            </a:extLst>
          </p:cNvPr>
          <p:cNvCxnSpPr/>
          <p:nvPr/>
        </p:nvCxnSpPr>
        <p:spPr>
          <a:xfrm>
            <a:off x="610117" y="5311332"/>
            <a:ext cx="52873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ACEB0E7-7172-4DF7-AA31-E47387FE387C}"/>
                  </a:ext>
                </a:extLst>
              </p:cNvPr>
              <p:cNvSpPr txBox="1"/>
              <p:nvPr/>
            </p:nvSpPr>
            <p:spPr>
              <a:xfrm>
                <a:off x="5025954" y="2665797"/>
                <a:ext cx="4843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ACEB0E7-7172-4DF7-AA31-E47387FE3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5954" y="2665797"/>
                <a:ext cx="484363" cy="276999"/>
              </a:xfrm>
              <a:prstGeom prst="rect">
                <a:avLst/>
              </a:prstGeom>
              <a:blipFill>
                <a:blip r:embed="rId4"/>
                <a:stretch>
                  <a:fillRect l="-15000" t="-2174" r="-16250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B4FC0EC-E28F-46BB-8500-DC3D33B9DAE6}"/>
                  </a:ext>
                </a:extLst>
              </p:cNvPr>
              <p:cNvSpPr txBox="1"/>
              <p:nvPr/>
            </p:nvSpPr>
            <p:spPr>
              <a:xfrm>
                <a:off x="5376502" y="5400313"/>
                <a:ext cx="1993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B4FC0EC-E28F-46BB-8500-DC3D33B9D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502" y="5400313"/>
                <a:ext cx="199350" cy="276999"/>
              </a:xfrm>
              <a:prstGeom prst="rect">
                <a:avLst/>
              </a:prstGeom>
              <a:blipFill>
                <a:blip r:embed="rId5"/>
                <a:stretch>
                  <a:fillRect l="-42424" t="-2222" r="-36364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8A43AB00-2721-4329-BD2B-676A0B01DA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38"/>
          <a:stretch/>
        </p:blipFill>
        <p:spPr>
          <a:xfrm>
            <a:off x="6057123" y="2439796"/>
            <a:ext cx="5528484" cy="326283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0B566A7-469E-42BD-8585-EEB962791644}"/>
              </a:ext>
            </a:extLst>
          </p:cNvPr>
          <p:cNvCxnSpPr/>
          <p:nvPr/>
        </p:nvCxnSpPr>
        <p:spPr>
          <a:xfrm>
            <a:off x="6439324" y="5311332"/>
            <a:ext cx="52873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DBE11E4-9603-4B72-ADDF-7763B79DAEA5}"/>
                  </a:ext>
                </a:extLst>
              </p:cNvPr>
              <p:cNvSpPr txBox="1"/>
              <p:nvPr/>
            </p:nvSpPr>
            <p:spPr>
              <a:xfrm>
                <a:off x="10855161" y="2665797"/>
                <a:ext cx="4843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DBE11E4-9603-4B72-ADDF-7763B79DA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5161" y="2665797"/>
                <a:ext cx="484363" cy="276999"/>
              </a:xfrm>
              <a:prstGeom prst="rect">
                <a:avLst/>
              </a:prstGeom>
              <a:blipFill>
                <a:blip r:embed="rId6"/>
                <a:stretch>
                  <a:fillRect l="-15190" t="-2174" r="-17722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A82753C-B472-4386-9F35-A7DA6E9F0515}"/>
                  </a:ext>
                </a:extLst>
              </p:cNvPr>
              <p:cNvSpPr txBox="1"/>
              <p:nvPr/>
            </p:nvSpPr>
            <p:spPr>
              <a:xfrm>
                <a:off x="11205709" y="5400313"/>
                <a:ext cx="1993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A82753C-B472-4386-9F35-A7DA6E9F0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5709" y="5400313"/>
                <a:ext cx="199350" cy="276999"/>
              </a:xfrm>
              <a:prstGeom prst="rect">
                <a:avLst/>
              </a:prstGeom>
              <a:blipFill>
                <a:blip r:embed="rId7"/>
                <a:stretch>
                  <a:fillRect l="-42424" t="-2222" r="-36364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C1A837A-A2E3-41A9-802E-1715E9F13A4A}"/>
                  </a:ext>
                </a:extLst>
              </p14:cNvPr>
              <p14:cNvContentPartPr/>
              <p14:nvPr/>
            </p14:nvContentPartPr>
            <p14:xfrm>
              <a:off x="1463760" y="3200400"/>
              <a:ext cx="1645560" cy="2160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C1A837A-A2E3-41A9-802E-1715E9F13A4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54400" y="-9360"/>
                <a:ext cx="10745280" cy="687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8E034DE-E380-4E6B-A97B-7B5B210C5B18}"/>
                  </a:ext>
                </a:extLst>
              </p14:cNvPr>
              <p14:cNvContentPartPr/>
              <p14:nvPr/>
            </p14:nvContentPartPr>
            <p14:xfrm>
              <a:off x="7295400" y="3484440"/>
              <a:ext cx="2746080" cy="27482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8E034DE-E380-4E6B-A97B-7B5B210C5B1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86040" y="3475080"/>
                <a:ext cx="2764800" cy="27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018ECD4-9B8A-4D10-91B2-3401543383FB}"/>
                  </a:ext>
                </a:extLst>
              </p:cNvPr>
              <p:cNvSpPr txBox="1"/>
              <p:nvPr/>
            </p:nvSpPr>
            <p:spPr>
              <a:xfrm>
                <a:off x="3253808" y="1578543"/>
                <a:ext cx="49469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 which case,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𝛼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too large ?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𝛼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too small?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018ECD4-9B8A-4D10-91B2-340154338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3808" y="1578543"/>
                <a:ext cx="4946916" cy="369332"/>
              </a:xfrm>
              <a:prstGeom prst="rect">
                <a:avLst/>
              </a:prstGeom>
              <a:blipFill>
                <a:blip r:embed="rId12"/>
                <a:stretch>
                  <a:fillRect l="-1110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647E4F-4F60-4596-9F30-C2573EB42AC5}"/>
                  </a:ext>
                </a:extLst>
              </p:cNvPr>
              <p:cNvSpPr txBox="1"/>
              <p:nvPr/>
            </p:nvSpPr>
            <p:spPr>
              <a:xfrm>
                <a:off x="1058779" y="5702626"/>
                <a:ext cx="451707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mbria Math" panose="02040503050406030204" pitchFamily="18" charset="0"/>
                    <a:cs typeface="+mn-cs"/>
                  </a:rPr>
                  <a:t>If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𝛼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too small, gradient descent can be very slow.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647E4F-4F60-4596-9F30-C2573EB42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779" y="5702626"/>
                <a:ext cx="4517073" cy="646331"/>
              </a:xfrm>
              <a:prstGeom prst="rect">
                <a:avLst/>
              </a:prstGeom>
              <a:blipFill>
                <a:blip r:embed="rId13"/>
                <a:stretch>
                  <a:fillRect l="-1215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85664B-D6CB-4A94-8BE0-EE8367D6BF2B}"/>
                  </a:ext>
                </a:extLst>
              </p:cNvPr>
              <p:cNvSpPr txBox="1"/>
              <p:nvPr/>
            </p:nvSpPr>
            <p:spPr>
              <a:xfrm>
                <a:off x="6751142" y="5551909"/>
                <a:ext cx="451707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mbria Math" panose="02040503050406030204" pitchFamily="18" charset="0"/>
                    <a:cs typeface="+mn-cs"/>
                  </a:rPr>
                  <a:t>If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𝛼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too large, gradient descent can bounce around the minimum. It may fail to converge, or even diverge.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85664B-D6CB-4A94-8BE0-EE8367D6B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142" y="5551909"/>
                <a:ext cx="4517073" cy="923330"/>
              </a:xfrm>
              <a:prstGeom prst="rect">
                <a:avLst/>
              </a:prstGeom>
              <a:blipFill>
                <a:blip r:embed="rId14"/>
                <a:stretch>
                  <a:fillRect l="-1080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5347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95E17-41C7-456F-96A7-C2CBB2CEB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46916" cy="1325563"/>
          </a:xfrm>
        </p:spPr>
        <p:txBody>
          <a:bodyPr/>
          <a:lstStyle/>
          <a:p>
            <a:r>
              <a:rPr lang="en-US" b="1" dirty="0"/>
              <a:t>Understanding the learning rate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2E2274-FDB8-46A1-8E4E-AF133D42CB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38"/>
          <a:stretch/>
        </p:blipFill>
        <p:spPr>
          <a:xfrm>
            <a:off x="369015" y="2439796"/>
            <a:ext cx="5528484" cy="326283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06CEA38-DAC2-45E5-A193-F1BC253A3335}"/>
              </a:ext>
            </a:extLst>
          </p:cNvPr>
          <p:cNvCxnSpPr/>
          <p:nvPr/>
        </p:nvCxnSpPr>
        <p:spPr>
          <a:xfrm>
            <a:off x="610117" y="5311332"/>
            <a:ext cx="52873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ACEB0E7-7172-4DF7-AA31-E47387FE387C}"/>
                  </a:ext>
                </a:extLst>
              </p:cNvPr>
              <p:cNvSpPr txBox="1"/>
              <p:nvPr/>
            </p:nvSpPr>
            <p:spPr>
              <a:xfrm>
                <a:off x="5025954" y="2665797"/>
                <a:ext cx="4843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ACEB0E7-7172-4DF7-AA31-E47387FE3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5954" y="2665797"/>
                <a:ext cx="484363" cy="276999"/>
              </a:xfrm>
              <a:prstGeom prst="rect">
                <a:avLst/>
              </a:prstGeom>
              <a:blipFill>
                <a:blip r:embed="rId4"/>
                <a:stretch>
                  <a:fillRect l="-15000" t="-2174" r="-16250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B4FC0EC-E28F-46BB-8500-DC3D33B9DAE6}"/>
                  </a:ext>
                </a:extLst>
              </p:cNvPr>
              <p:cNvSpPr txBox="1"/>
              <p:nvPr/>
            </p:nvSpPr>
            <p:spPr>
              <a:xfrm>
                <a:off x="5376502" y="5400313"/>
                <a:ext cx="1993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B4FC0EC-E28F-46BB-8500-DC3D33B9D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502" y="5400313"/>
                <a:ext cx="199350" cy="276999"/>
              </a:xfrm>
              <a:prstGeom prst="rect">
                <a:avLst/>
              </a:prstGeom>
              <a:blipFill>
                <a:blip r:embed="rId5"/>
                <a:stretch>
                  <a:fillRect l="-42424" t="-2222" r="-36364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8A43AB00-2721-4329-BD2B-676A0B01DA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38"/>
          <a:stretch/>
        </p:blipFill>
        <p:spPr>
          <a:xfrm>
            <a:off x="6057123" y="2439796"/>
            <a:ext cx="5528484" cy="326283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0B566A7-469E-42BD-8585-EEB962791644}"/>
              </a:ext>
            </a:extLst>
          </p:cNvPr>
          <p:cNvCxnSpPr/>
          <p:nvPr/>
        </p:nvCxnSpPr>
        <p:spPr>
          <a:xfrm>
            <a:off x="6439324" y="5311332"/>
            <a:ext cx="52873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DBE11E4-9603-4B72-ADDF-7763B79DAEA5}"/>
                  </a:ext>
                </a:extLst>
              </p:cNvPr>
              <p:cNvSpPr txBox="1"/>
              <p:nvPr/>
            </p:nvSpPr>
            <p:spPr>
              <a:xfrm>
                <a:off x="10855161" y="2665797"/>
                <a:ext cx="4843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DBE11E4-9603-4B72-ADDF-7763B79DA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5161" y="2665797"/>
                <a:ext cx="484363" cy="276999"/>
              </a:xfrm>
              <a:prstGeom prst="rect">
                <a:avLst/>
              </a:prstGeom>
              <a:blipFill>
                <a:blip r:embed="rId6"/>
                <a:stretch>
                  <a:fillRect l="-15190" t="-2174" r="-17722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A82753C-B472-4386-9F35-A7DA6E9F0515}"/>
                  </a:ext>
                </a:extLst>
              </p:cNvPr>
              <p:cNvSpPr txBox="1"/>
              <p:nvPr/>
            </p:nvSpPr>
            <p:spPr>
              <a:xfrm>
                <a:off x="11205709" y="5400313"/>
                <a:ext cx="1993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A82753C-B472-4386-9F35-A7DA6E9F0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5709" y="5400313"/>
                <a:ext cx="199350" cy="276999"/>
              </a:xfrm>
              <a:prstGeom prst="rect">
                <a:avLst/>
              </a:prstGeom>
              <a:blipFill>
                <a:blip r:embed="rId7"/>
                <a:stretch>
                  <a:fillRect l="-42424" t="-2222" r="-36364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8E034DE-E380-4E6B-A97B-7B5B210C5B18}"/>
                  </a:ext>
                </a:extLst>
              </p14:cNvPr>
              <p14:cNvContentPartPr/>
              <p14:nvPr/>
            </p14:nvContentPartPr>
            <p14:xfrm>
              <a:off x="7295400" y="3484440"/>
              <a:ext cx="2746080" cy="27482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8E034DE-E380-4E6B-A97B-7B5B210C5B1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86040" y="3475080"/>
                <a:ext cx="2764800" cy="27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647E4F-4F60-4596-9F30-C2573EB42AC5}"/>
                  </a:ext>
                </a:extLst>
              </p:cNvPr>
              <p:cNvSpPr txBox="1"/>
              <p:nvPr/>
            </p:nvSpPr>
            <p:spPr>
              <a:xfrm>
                <a:off x="1058779" y="5702626"/>
                <a:ext cx="451707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mbria Math" panose="02040503050406030204" pitchFamily="18" charset="0"/>
                    <a:cs typeface="+mn-cs"/>
                  </a:rPr>
                  <a:t>If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𝛼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too small, gradient descent can be very slow.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647E4F-4F60-4596-9F30-C2573EB42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779" y="5702626"/>
                <a:ext cx="4517073" cy="646331"/>
              </a:xfrm>
              <a:prstGeom prst="rect">
                <a:avLst/>
              </a:prstGeom>
              <a:blipFill>
                <a:blip r:embed="rId12"/>
                <a:stretch>
                  <a:fillRect l="-1215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85664B-D6CB-4A94-8BE0-EE8367D6BF2B}"/>
                  </a:ext>
                </a:extLst>
              </p:cNvPr>
              <p:cNvSpPr txBox="1"/>
              <p:nvPr/>
            </p:nvSpPr>
            <p:spPr>
              <a:xfrm>
                <a:off x="6751142" y="5551909"/>
                <a:ext cx="451707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mbria Math" panose="02040503050406030204" pitchFamily="18" charset="0"/>
                    <a:cs typeface="+mn-cs"/>
                  </a:rPr>
                  <a:t>If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𝛼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too large, gradient descent can bounce around the minimum. It may fail to converge, or even diverge.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85664B-D6CB-4A94-8BE0-EE8367D6B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142" y="5551909"/>
                <a:ext cx="4517073" cy="923330"/>
              </a:xfrm>
              <a:prstGeom prst="rect">
                <a:avLst/>
              </a:prstGeom>
              <a:blipFill>
                <a:blip r:embed="rId13"/>
                <a:stretch>
                  <a:fillRect l="-1080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FDB706-3717-4F9B-9098-545F13C329C7}"/>
                  </a:ext>
                </a:extLst>
              </p:cNvPr>
              <p:cNvSpPr txBox="1"/>
              <p:nvPr/>
            </p:nvSpPr>
            <p:spPr>
              <a:xfrm>
                <a:off x="6190097" y="121353"/>
                <a:ext cx="5466097" cy="1940957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So how is 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𝛼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chosen?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 optimization, people implement in practice a method called line search to determine a good value for 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𝛼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 machine learning,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𝛼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is treated as a hyperparameter that needs to be tuned.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FDB706-3717-4F9B-9098-545F13C32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097" y="121353"/>
                <a:ext cx="5466097" cy="1940957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7188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37AA1-944D-409E-0103-4B6ADDD50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B93C7-8EAC-94B8-6954-1D13DD957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the function is convex and an appropriate value for the step size is chosen, then Gradient descent is guaranteed to find the global minimum of the function </a:t>
            </a:r>
          </a:p>
        </p:txBody>
      </p:sp>
    </p:spTree>
    <p:extLst>
      <p:ext uri="{BB962C8B-B14F-4D97-AF65-F5344CB8AC3E}">
        <p14:creationId xmlns:p14="http://schemas.microsoft.com/office/powerpoint/2010/main" val="142542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C35EA-AB4F-4659-8B97-1E0588FFD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if the function is non-convex?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CC1C63C-99FB-4D9C-A9BF-95CF2F9E7CBD}"/>
              </a:ext>
            </a:extLst>
          </p:cNvPr>
          <p:cNvCxnSpPr>
            <a:cxnSpLocks/>
          </p:cNvCxnSpPr>
          <p:nvPr/>
        </p:nvCxnSpPr>
        <p:spPr>
          <a:xfrm flipV="1">
            <a:off x="1260764" y="2147455"/>
            <a:ext cx="0" cy="314498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8F95D48-30A7-4632-AF0B-986875B4E085}"/>
              </a:ext>
            </a:extLst>
          </p:cNvPr>
          <p:cNvCxnSpPr>
            <a:cxnSpLocks/>
          </p:cNvCxnSpPr>
          <p:nvPr/>
        </p:nvCxnSpPr>
        <p:spPr>
          <a:xfrm rot="5400000" flipV="1">
            <a:off x="3803074" y="2292927"/>
            <a:ext cx="0" cy="548640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4692E23-537C-4606-99BB-400C53912E92}"/>
              </a:ext>
            </a:extLst>
          </p:cNvPr>
          <p:cNvSpPr/>
          <p:nvPr/>
        </p:nvSpPr>
        <p:spPr>
          <a:xfrm>
            <a:off x="1131455" y="2602041"/>
            <a:ext cx="4054763" cy="1979500"/>
          </a:xfrm>
          <a:custGeom>
            <a:avLst/>
            <a:gdLst>
              <a:gd name="connsiteX0" fmla="*/ 0 w 4054763"/>
              <a:gd name="connsiteY0" fmla="*/ 748965 h 1979500"/>
              <a:gd name="connsiteX1" fmla="*/ 323273 w 4054763"/>
              <a:gd name="connsiteY1" fmla="*/ 388747 h 1979500"/>
              <a:gd name="connsiteX2" fmla="*/ 1450109 w 4054763"/>
              <a:gd name="connsiteY2" fmla="*/ 1977401 h 1979500"/>
              <a:gd name="connsiteX3" fmla="*/ 2576945 w 4054763"/>
              <a:gd name="connsiteY3" fmla="*/ 820 h 1979500"/>
              <a:gd name="connsiteX4" fmla="*/ 3334327 w 4054763"/>
              <a:gd name="connsiteY4" fmla="*/ 1718783 h 1979500"/>
              <a:gd name="connsiteX5" fmla="*/ 4054763 w 4054763"/>
              <a:gd name="connsiteY5" fmla="*/ 555001 h 197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54763" h="1979500">
                <a:moveTo>
                  <a:pt x="0" y="748965"/>
                </a:moveTo>
                <a:cubicBezTo>
                  <a:pt x="40794" y="466486"/>
                  <a:pt x="81588" y="184008"/>
                  <a:pt x="323273" y="388747"/>
                </a:cubicBezTo>
                <a:cubicBezTo>
                  <a:pt x="564958" y="593486"/>
                  <a:pt x="1074497" y="2042056"/>
                  <a:pt x="1450109" y="1977401"/>
                </a:cubicBezTo>
                <a:cubicBezTo>
                  <a:pt x="1825721" y="1912747"/>
                  <a:pt x="2262909" y="43923"/>
                  <a:pt x="2576945" y="820"/>
                </a:cubicBezTo>
                <a:cubicBezTo>
                  <a:pt x="2890981" y="-42283"/>
                  <a:pt x="3088024" y="1626420"/>
                  <a:pt x="3334327" y="1718783"/>
                </a:cubicBezTo>
                <a:cubicBezTo>
                  <a:pt x="3580630" y="1811146"/>
                  <a:pt x="3817696" y="1183073"/>
                  <a:pt x="4054763" y="555001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9621C75-DD85-4A79-8201-D8BE8D2E649F}"/>
                  </a:ext>
                </a:extLst>
              </p:cNvPr>
              <p:cNvSpPr txBox="1"/>
              <p:nvPr/>
            </p:nvSpPr>
            <p:spPr>
              <a:xfrm>
                <a:off x="675956" y="2145274"/>
                <a:ext cx="4843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9621C75-DD85-4A79-8201-D8BE8D2E6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956" y="2145274"/>
                <a:ext cx="484363" cy="276999"/>
              </a:xfrm>
              <a:prstGeom prst="rect">
                <a:avLst/>
              </a:prstGeom>
              <a:blipFill>
                <a:blip r:embed="rId2"/>
                <a:stretch>
                  <a:fillRect l="-15190" t="-2222" r="-1772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B3BB794-5184-49CB-9263-51ABFD8D6825}"/>
                  </a:ext>
                </a:extLst>
              </p:cNvPr>
              <p:cNvSpPr txBox="1"/>
              <p:nvPr/>
            </p:nvSpPr>
            <p:spPr>
              <a:xfrm>
                <a:off x="6170830" y="5153936"/>
                <a:ext cx="1993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B3BB794-5184-49CB-9263-51ABFD8D6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830" y="5153936"/>
                <a:ext cx="199350" cy="276999"/>
              </a:xfrm>
              <a:prstGeom prst="rect">
                <a:avLst/>
              </a:prstGeom>
              <a:blipFill>
                <a:blip r:embed="rId3"/>
                <a:stretch>
                  <a:fillRect l="-42424" t="-2174" r="-36364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EAEA69F-B7F2-4739-5639-902D528647F8}"/>
              </a:ext>
            </a:extLst>
          </p:cNvPr>
          <p:cNvSpPr txBox="1"/>
          <p:nvPr/>
        </p:nvSpPr>
        <p:spPr>
          <a:xfrm>
            <a:off x="1489834" y="5490714"/>
            <a:ext cx="4188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function is still smooth: differentiable and continuous.</a:t>
            </a:r>
          </a:p>
        </p:txBody>
      </p:sp>
    </p:spTree>
    <p:extLst>
      <p:ext uri="{BB962C8B-B14F-4D97-AF65-F5344CB8AC3E}">
        <p14:creationId xmlns:p14="http://schemas.microsoft.com/office/powerpoint/2010/main" val="1529471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C35EA-AB4F-4659-8B97-1E0588FFD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if the function is non-convex?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CC1C63C-99FB-4D9C-A9BF-95CF2F9E7CBD}"/>
              </a:ext>
            </a:extLst>
          </p:cNvPr>
          <p:cNvCxnSpPr>
            <a:cxnSpLocks/>
          </p:cNvCxnSpPr>
          <p:nvPr/>
        </p:nvCxnSpPr>
        <p:spPr>
          <a:xfrm flipV="1">
            <a:off x="1260764" y="2147455"/>
            <a:ext cx="0" cy="314498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8F95D48-30A7-4632-AF0B-986875B4E085}"/>
              </a:ext>
            </a:extLst>
          </p:cNvPr>
          <p:cNvCxnSpPr>
            <a:cxnSpLocks/>
          </p:cNvCxnSpPr>
          <p:nvPr/>
        </p:nvCxnSpPr>
        <p:spPr>
          <a:xfrm rot="5400000" flipV="1">
            <a:off x="3803074" y="2292927"/>
            <a:ext cx="0" cy="548640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4692E23-537C-4606-99BB-400C53912E92}"/>
              </a:ext>
            </a:extLst>
          </p:cNvPr>
          <p:cNvSpPr/>
          <p:nvPr/>
        </p:nvSpPr>
        <p:spPr>
          <a:xfrm>
            <a:off x="1131455" y="2602041"/>
            <a:ext cx="4054763" cy="1979500"/>
          </a:xfrm>
          <a:custGeom>
            <a:avLst/>
            <a:gdLst>
              <a:gd name="connsiteX0" fmla="*/ 0 w 4054763"/>
              <a:gd name="connsiteY0" fmla="*/ 748965 h 1979500"/>
              <a:gd name="connsiteX1" fmla="*/ 323273 w 4054763"/>
              <a:gd name="connsiteY1" fmla="*/ 388747 h 1979500"/>
              <a:gd name="connsiteX2" fmla="*/ 1450109 w 4054763"/>
              <a:gd name="connsiteY2" fmla="*/ 1977401 h 1979500"/>
              <a:gd name="connsiteX3" fmla="*/ 2576945 w 4054763"/>
              <a:gd name="connsiteY3" fmla="*/ 820 h 1979500"/>
              <a:gd name="connsiteX4" fmla="*/ 3334327 w 4054763"/>
              <a:gd name="connsiteY4" fmla="*/ 1718783 h 1979500"/>
              <a:gd name="connsiteX5" fmla="*/ 4054763 w 4054763"/>
              <a:gd name="connsiteY5" fmla="*/ 555001 h 197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54763" h="1979500">
                <a:moveTo>
                  <a:pt x="0" y="748965"/>
                </a:moveTo>
                <a:cubicBezTo>
                  <a:pt x="40794" y="466486"/>
                  <a:pt x="81588" y="184008"/>
                  <a:pt x="323273" y="388747"/>
                </a:cubicBezTo>
                <a:cubicBezTo>
                  <a:pt x="564958" y="593486"/>
                  <a:pt x="1074497" y="2042056"/>
                  <a:pt x="1450109" y="1977401"/>
                </a:cubicBezTo>
                <a:cubicBezTo>
                  <a:pt x="1825721" y="1912747"/>
                  <a:pt x="2262909" y="43923"/>
                  <a:pt x="2576945" y="820"/>
                </a:cubicBezTo>
                <a:cubicBezTo>
                  <a:pt x="2890981" y="-42283"/>
                  <a:pt x="3088024" y="1626420"/>
                  <a:pt x="3334327" y="1718783"/>
                </a:cubicBezTo>
                <a:cubicBezTo>
                  <a:pt x="3580630" y="1811146"/>
                  <a:pt x="3817696" y="1183073"/>
                  <a:pt x="4054763" y="555001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9621C75-DD85-4A79-8201-D8BE8D2E649F}"/>
                  </a:ext>
                </a:extLst>
              </p:cNvPr>
              <p:cNvSpPr txBox="1"/>
              <p:nvPr/>
            </p:nvSpPr>
            <p:spPr>
              <a:xfrm>
                <a:off x="675956" y="2145274"/>
                <a:ext cx="4843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9621C75-DD85-4A79-8201-D8BE8D2E6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956" y="2145274"/>
                <a:ext cx="484363" cy="276999"/>
              </a:xfrm>
              <a:prstGeom prst="rect">
                <a:avLst/>
              </a:prstGeom>
              <a:blipFill>
                <a:blip r:embed="rId2"/>
                <a:stretch>
                  <a:fillRect l="-15190" t="-2222" r="-1772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B3BB794-5184-49CB-9263-51ABFD8D6825}"/>
                  </a:ext>
                </a:extLst>
              </p:cNvPr>
              <p:cNvSpPr txBox="1"/>
              <p:nvPr/>
            </p:nvSpPr>
            <p:spPr>
              <a:xfrm>
                <a:off x="6170830" y="5153936"/>
                <a:ext cx="1993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B3BB794-5184-49CB-9263-51ABFD8D6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830" y="5153936"/>
                <a:ext cx="199350" cy="276999"/>
              </a:xfrm>
              <a:prstGeom prst="rect">
                <a:avLst/>
              </a:prstGeom>
              <a:blipFill>
                <a:blip r:embed="rId3"/>
                <a:stretch>
                  <a:fillRect l="-42424" t="-2174" r="-36364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0327E5CA-098D-4397-9590-B6D120CD6ABC}"/>
              </a:ext>
            </a:extLst>
          </p:cNvPr>
          <p:cNvSpPr txBox="1"/>
          <p:nvPr/>
        </p:nvSpPr>
        <p:spPr>
          <a:xfrm>
            <a:off x="7342910" y="2145274"/>
            <a:ext cx="34082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Depending on the starting point, gradient descent will reach a local minimum!</a:t>
            </a:r>
          </a:p>
        </p:txBody>
      </p:sp>
    </p:spTree>
    <p:extLst>
      <p:ext uri="{BB962C8B-B14F-4D97-AF65-F5344CB8AC3E}">
        <p14:creationId xmlns:p14="http://schemas.microsoft.com/office/powerpoint/2010/main" val="1039979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C35EA-AB4F-4659-8B97-1E0588FFD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if the function is non-convex?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CC1C63C-99FB-4D9C-A9BF-95CF2F9E7CBD}"/>
              </a:ext>
            </a:extLst>
          </p:cNvPr>
          <p:cNvCxnSpPr>
            <a:cxnSpLocks/>
          </p:cNvCxnSpPr>
          <p:nvPr/>
        </p:nvCxnSpPr>
        <p:spPr>
          <a:xfrm flipV="1">
            <a:off x="1260764" y="2147455"/>
            <a:ext cx="0" cy="314498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8F95D48-30A7-4632-AF0B-986875B4E085}"/>
              </a:ext>
            </a:extLst>
          </p:cNvPr>
          <p:cNvCxnSpPr>
            <a:cxnSpLocks/>
          </p:cNvCxnSpPr>
          <p:nvPr/>
        </p:nvCxnSpPr>
        <p:spPr>
          <a:xfrm rot="5400000" flipV="1">
            <a:off x="3803074" y="2292927"/>
            <a:ext cx="0" cy="548640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4692E23-537C-4606-99BB-400C53912E92}"/>
              </a:ext>
            </a:extLst>
          </p:cNvPr>
          <p:cNvSpPr/>
          <p:nvPr/>
        </p:nvSpPr>
        <p:spPr>
          <a:xfrm>
            <a:off x="1131455" y="2602041"/>
            <a:ext cx="4054763" cy="1979500"/>
          </a:xfrm>
          <a:custGeom>
            <a:avLst/>
            <a:gdLst>
              <a:gd name="connsiteX0" fmla="*/ 0 w 4054763"/>
              <a:gd name="connsiteY0" fmla="*/ 748965 h 1979500"/>
              <a:gd name="connsiteX1" fmla="*/ 323273 w 4054763"/>
              <a:gd name="connsiteY1" fmla="*/ 388747 h 1979500"/>
              <a:gd name="connsiteX2" fmla="*/ 1450109 w 4054763"/>
              <a:gd name="connsiteY2" fmla="*/ 1977401 h 1979500"/>
              <a:gd name="connsiteX3" fmla="*/ 2576945 w 4054763"/>
              <a:gd name="connsiteY3" fmla="*/ 820 h 1979500"/>
              <a:gd name="connsiteX4" fmla="*/ 3334327 w 4054763"/>
              <a:gd name="connsiteY4" fmla="*/ 1718783 h 1979500"/>
              <a:gd name="connsiteX5" fmla="*/ 4054763 w 4054763"/>
              <a:gd name="connsiteY5" fmla="*/ 555001 h 197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54763" h="1979500">
                <a:moveTo>
                  <a:pt x="0" y="748965"/>
                </a:moveTo>
                <a:cubicBezTo>
                  <a:pt x="40794" y="466486"/>
                  <a:pt x="81588" y="184008"/>
                  <a:pt x="323273" y="388747"/>
                </a:cubicBezTo>
                <a:cubicBezTo>
                  <a:pt x="564958" y="593486"/>
                  <a:pt x="1074497" y="2042056"/>
                  <a:pt x="1450109" y="1977401"/>
                </a:cubicBezTo>
                <a:cubicBezTo>
                  <a:pt x="1825721" y="1912747"/>
                  <a:pt x="2262909" y="43923"/>
                  <a:pt x="2576945" y="820"/>
                </a:cubicBezTo>
                <a:cubicBezTo>
                  <a:pt x="2890981" y="-42283"/>
                  <a:pt x="3088024" y="1626420"/>
                  <a:pt x="3334327" y="1718783"/>
                </a:cubicBezTo>
                <a:cubicBezTo>
                  <a:pt x="3580630" y="1811146"/>
                  <a:pt x="3817696" y="1183073"/>
                  <a:pt x="4054763" y="555001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9621C75-DD85-4A79-8201-D8BE8D2E649F}"/>
                  </a:ext>
                </a:extLst>
              </p:cNvPr>
              <p:cNvSpPr txBox="1"/>
              <p:nvPr/>
            </p:nvSpPr>
            <p:spPr>
              <a:xfrm>
                <a:off x="675956" y="2145274"/>
                <a:ext cx="4843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9621C75-DD85-4A79-8201-D8BE8D2E6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956" y="2145274"/>
                <a:ext cx="484363" cy="276999"/>
              </a:xfrm>
              <a:prstGeom prst="rect">
                <a:avLst/>
              </a:prstGeom>
              <a:blipFill>
                <a:blip r:embed="rId2"/>
                <a:stretch>
                  <a:fillRect l="-15190" t="-2222" r="-1772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B3BB794-5184-49CB-9263-51ABFD8D6825}"/>
                  </a:ext>
                </a:extLst>
              </p:cNvPr>
              <p:cNvSpPr txBox="1"/>
              <p:nvPr/>
            </p:nvSpPr>
            <p:spPr>
              <a:xfrm>
                <a:off x="6170830" y="5153936"/>
                <a:ext cx="1993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B3BB794-5184-49CB-9263-51ABFD8D6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830" y="5153936"/>
                <a:ext cx="199350" cy="276999"/>
              </a:xfrm>
              <a:prstGeom prst="rect">
                <a:avLst/>
              </a:prstGeom>
              <a:blipFill>
                <a:blip r:embed="rId3"/>
                <a:stretch>
                  <a:fillRect l="-42424" t="-2174" r="-36364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0327E5CA-098D-4397-9590-B6D120CD6ABC}"/>
              </a:ext>
            </a:extLst>
          </p:cNvPr>
          <p:cNvSpPr txBox="1"/>
          <p:nvPr/>
        </p:nvSpPr>
        <p:spPr>
          <a:xfrm>
            <a:off x="7342910" y="2145274"/>
            <a:ext cx="34082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Depending on the starting point, gradient descent will reach a local minimum!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C2648A-58DA-418E-978D-5165F2C60763}"/>
              </a:ext>
            </a:extLst>
          </p:cNvPr>
          <p:cNvSpPr txBox="1"/>
          <p:nvPr/>
        </p:nvSpPr>
        <p:spPr>
          <a:xfrm>
            <a:off x="7342910" y="3796145"/>
            <a:ext cx="3717632" cy="224742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Physical analogy of gradient descent: ball rolling down a hilly surface.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If the ball is placed on top of a hill, it will roll down and the it stops at a valley.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314433B-CFAB-4A11-9872-22844967F2A0}"/>
                  </a:ext>
                </a:extLst>
              </p14:cNvPr>
              <p14:cNvContentPartPr/>
              <p14:nvPr/>
            </p14:nvContentPartPr>
            <p14:xfrm>
              <a:off x="1044360" y="2653560"/>
              <a:ext cx="3142080" cy="833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314433B-CFAB-4A11-9872-22844967F2A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5000" y="2644200"/>
                <a:ext cx="3160800" cy="85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1A955C3-E3D3-4A56-ABA4-E4D05AA1ECF7}"/>
                  </a:ext>
                </a:extLst>
              </p14:cNvPr>
              <p14:cNvContentPartPr/>
              <p14:nvPr/>
            </p14:nvContentPartPr>
            <p14:xfrm>
              <a:off x="3278160" y="2765880"/>
              <a:ext cx="196560" cy="331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1A955C3-E3D3-4A56-ABA4-E4D05AA1ECF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68800" y="2756520"/>
                <a:ext cx="215280" cy="35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1623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342570-5A24-441B-B48B-2EC983772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Gradient Descent – More than one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FD224FA-5B98-43FF-86EC-4BC3CB9861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FD224FA-5B98-43FF-86EC-4BC3CB9861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9D5DCC-1DCF-4037-9D98-0478E2419923}"/>
                  </a:ext>
                </a:extLst>
              </p:cNvPr>
              <p:cNvSpPr txBox="1"/>
              <p:nvPr/>
            </p:nvSpPr>
            <p:spPr>
              <a:xfrm>
                <a:off x="3170092" y="2614890"/>
                <a:ext cx="6390006" cy="387798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Start with an initial guess: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0</m:t>
                        </m:r>
                      </m:sup>
                    </m:sSup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mbria Math" panose="02040503050406030204" pitchFamily="18" charset="0"/>
                    <a:cs typeface="+mn-cs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0</m:t>
                        </m:r>
                      </m:sup>
                    </m:sSup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mbria Math" panose="02040503050406030204" pitchFamily="18" charset="0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Repeat: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+1</m:t>
                        </m:r>
                      </m:sup>
                    </m:sSup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𝑛</m:t>
                        </m:r>
                      </m:sup>
                    </m:sSup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− 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𝛼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f>
                          <m:f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𝜕</m:t>
                            </m:r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𝐽</m:t>
                            </m:r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</m:num>
                          <m:den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  <m:sub>
                        <m:sSup>
                          <m:sSup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    </m:t>
                            </m:r>
                            <m:sSub>
                              <m:sSub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kumimoji="0" lang="en-US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Cambria Math" panose="02040503050406030204" pitchFamily="18" charset="0"/>
                            <a:cs typeface="+mn-cs"/>
                          </a:rPr>
                          <m:t>, </m:t>
                        </m:r>
                        <m:sSup>
                          <m:sSup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p>
                        </m:sSup>
                      </m:sub>
                    </m:sSub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+1</m:t>
                        </m:r>
                      </m:sup>
                    </m:sSup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𝑛</m:t>
                        </m:r>
                      </m:sup>
                    </m:sSup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− 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𝛼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f>
                          <m:f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𝜕</m:t>
                            </m:r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𝐽</m:t>
                            </m:r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</m:num>
                          <m:den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  <m:sub>
                        <m:sSup>
                          <m:sSup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    </m:t>
                            </m:r>
                            <m:sSub>
                              <m:sSub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kumimoji="0" lang="en-US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Cambria Math" panose="02040503050406030204" pitchFamily="18" charset="0"/>
                            <a:cs typeface="+mn-cs"/>
                          </a:rPr>
                          <m:t>, </m:t>
                        </m:r>
                        <m:sSup>
                          <m:sSup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p>
                        </m:sSup>
                      </m:sub>
                    </m:sSub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Until a stopping criterion is met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9D5DCC-1DCF-4037-9D98-0478E2419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092" y="2614890"/>
                <a:ext cx="6390006" cy="3877985"/>
              </a:xfrm>
              <a:prstGeom prst="rect">
                <a:avLst/>
              </a:prstGeom>
              <a:blipFill>
                <a:blip r:embed="rId3"/>
                <a:stretch>
                  <a:fillRect l="-1905" t="-627"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3914FE-2678-4B6E-93A2-E5610938DAEC}"/>
              </a:ext>
            </a:extLst>
          </p:cNvPr>
          <p:cNvCxnSpPr>
            <a:cxnSpLocks/>
          </p:cNvCxnSpPr>
          <p:nvPr/>
        </p:nvCxnSpPr>
        <p:spPr>
          <a:xfrm flipH="1">
            <a:off x="8027943" y="3429000"/>
            <a:ext cx="9029" cy="10058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0DC970-050B-4DAD-9F87-5EFD52FF6B0C}"/>
              </a:ext>
            </a:extLst>
          </p:cNvPr>
          <p:cNvCxnSpPr>
            <a:cxnSpLocks/>
          </p:cNvCxnSpPr>
          <p:nvPr/>
        </p:nvCxnSpPr>
        <p:spPr>
          <a:xfrm flipH="1">
            <a:off x="8036972" y="4721185"/>
            <a:ext cx="9029" cy="10058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7181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4B25C-6F59-48C6-AC84-0598FDF76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Gradients of 2D functions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0C0D50-EE96-4628-8C39-0018043329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667" t="50282" r="38500" b="9931"/>
          <a:stretch/>
        </p:blipFill>
        <p:spPr>
          <a:xfrm>
            <a:off x="1615440" y="2043739"/>
            <a:ext cx="8961120" cy="41068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ECA2BC-A6D0-4E36-B808-45A7EA2FC60E}"/>
              </a:ext>
            </a:extLst>
          </p:cNvPr>
          <p:cNvSpPr txBox="1"/>
          <p:nvPr/>
        </p:nvSpPr>
        <p:spPr>
          <a:xfrm>
            <a:off x="5826760" y="6258560"/>
            <a:ext cx="216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source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97902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4B25C-6F59-48C6-AC84-0598FDF76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Gradients of 2D functions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0C0D50-EE96-4628-8C39-0018043329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668" t="50282" r="63525" b="9931"/>
          <a:stretch/>
        </p:blipFill>
        <p:spPr>
          <a:xfrm>
            <a:off x="1615440" y="2043739"/>
            <a:ext cx="4368800" cy="41068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ECA2BC-A6D0-4E36-B808-45A7EA2FC60E}"/>
              </a:ext>
            </a:extLst>
          </p:cNvPr>
          <p:cNvSpPr txBox="1"/>
          <p:nvPr/>
        </p:nvSpPr>
        <p:spPr>
          <a:xfrm>
            <a:off x="5826760" y="6258560"/>
            <a:ext cx="216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source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5AD5C3-25B3-487F-9116-B8FB0F73FB6F}"/>
              </a:ext>
            </a:extLst>
          </p:cNvPr>
          <p:cNvSpPr txBox="1"/>
          <p:nvPr/>
        </p:nvSpPr>
        <p:spPr>
          <a:xfrm>
            <a:off x="7071360" y="230108"/>
            <a:ext cx="4490720" cy="163449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calculus, the gradient at a given point points out in the direction of steepest ascent; gradient descent takes the negative of the gradient -&gt; updates the parameter in the direction of steepest descent.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E92F8D-50E3-4988-81A5-2DBAD4C379E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166" t="16297" r="21583" b="5324"/>
          <a:stretch/>
        </p:blipFill>
        <p:spPr>
          <a:xfrm>
            <a:off x="5984240" y="2043739"/>
            <a:ext cx="4754880" cy="366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338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4B25C-6F59-48C6-AC84-0598FDF76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Gradients of 2D functions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0C0D50-EE96-4628-8C39-0018043329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668" t="50282" r="63525" b="9931"/>
          <a:stretch/>
        </p:blipFill>
        <p:spPr>
          <a:xfrm>
            <a:off x="1615440" y="2043739"/>
            <a:ext cx="4368800" cy="41068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ECA2BC-A6D0-4E36-B808-45A7EA2FC60E}"/>
              </a:ext>
            </a:extLst>
          </p:cNvPr>
          <p:cNvSpPr txBox="1"/>
          <p:nvPr/>
        </p:nvSpPr>
        <p:spPr>
          <a:xfrm>
            <a:off x="4648201" y="6370378"/>
            <a:ext cx="216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source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5AD5C3-25B3-487F-9116-B8FB0F73FB6F}"/>
              </a:ext>
            </a:extLst>
          </p:cNvPr>
          <p:cNvSpPr txBox="1"/>
          <p:nvPr/>
        </p:nvSpPr>
        <p:spPr>
          <a:xfrm>
            <a:off x="7071360" y="230108"/>
            <a:ext cx="4490720" cy="163449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calculus, the gradient at a given point points out in the direction of steepest ascent; gradient descent takes the negative of the gradient -&gt; updates the parameter in the direction of steepest descent.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1F2912-896A-490C-9720-0FF8223219A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500" t="38074" r="50000" b="8741"/>
          <a:stretch/>
        </p:blipFill>
        <p:spPr>
          <a:xfrm>
            <a:off x="6207762" y="1880848"/>
            <a:ext cx="4442612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938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342570-5A24-441B-B48B-2EC983772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Gradient Descent – More than one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FD224FA-5B98-43FF-86EC-4BC3CB9861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FD224FA-5B98-43FF-86EC-4BC3CB9861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9D5DCC-1DCF-4037-9D98-0478E2419923}"/>
                  </a:ext>
                </a:extLst>
              </p:cNvPr>
              <p:cNvSpPr txBox="1"/>
              <p:nvPr/>
            </p:nvSpPr>
            <p:spPr>
              <a:xfrm>
                <a:off x="3170092" y="2614890"/>
                <a:ext cx="6390006" cy="387798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Start with an initial guess: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0</m:t>
                        </m:r>
                      </m:sup>
                    </m:sSup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mbria Math" panose="02040503050406030204" pitchFamily="18" charset="0"/>
                    <a:cs typeface="+mn-cs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0</m:t>
                        </m:r>
                      </m:sup>
                    </m:sSup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mbria Math" panose="02040503050406030204" pitchFamily="18" charset="0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Repeat: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+1</m:t>
                        </m:r>
                      </m:sup>
                    </m:sSup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𝑛</m:t>
                        </m:r>
                      </m:sup>
                    </m:sSup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− 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𝛼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f>
                          <m:f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𝜕</m:t>
                            </m:r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𝐽</m:t>
                            </m:r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</m:num>
                          <m:den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  <m:sub>
                        <m:sSup>
                          <m:sSup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    </m:t>
                            </m:r>
                            <m:sSub>
                              <m:sSub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kumimoji="0" lang="en-US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Cambria Math" panose="02040503050406030204" pitchFamily="18" charset="0"/>
                            <a:cs typeface="+mn-cs"/>
                          </a:rPr>
                          <m:t>, </m:t>
                        </m:r>
                        <m:sSup>
                          <m:sSup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p>
                        </m:sSup>
                      </m:sub>
                    </m:sSub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+1</m:t>
                        </m:r>
                      </m:sup>
                    </m:sSup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𝑛</m:t>
                        </m:r>
                      </m:sup>
                    </m:sSup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− 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𝛼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f>
                          <m:f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𝜕</m:t>
                            </m:r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𝐽</m:t>
                            </m:r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</m:num>
                          <m:den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  <m:sub>
                        <m:sSup>
                          <m:sSup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    </m:t>
                            </m:r>
                            <m:sSub>
                              <m:sSub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kumimoji="0" lang="en-US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Cambria Math" panose="02040503050406030204" pitchFamily="18" charset="0"/>
                            <a:cs typeface="+mn-cs"/>
                          </a:rPr>
                          <m:t>, </m:t>
                        </m:r>
                        <m:sSup>
                          <m:sSup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p>
                        </m:sSup>
                      </m:sub>
                    </m:sSub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Until a stopping criterion is met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9D5DCC-1DCF-4037-9D98-0478E2419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092" y="2614890"/>
                <a:ext cx="6390006" cy="3877985"/>
              </a:xfrm>
              <a:prstGeom prst="rect">
                <a:avLst/>
              </a:prstGeom>
              <a:blipFill>
                <a:blip r:embed="rId3"/>
                <a:stretch>
                  <a:fillRect l="-1905" t="-627"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3914FE-2678-4B6E-93A2-E5610938DAEC}"/>
              </a:ext>
            </a:extLst>
          </p:cNvPr>
          <p:cNvCxnSpPr>
            <a:cxnSpLocks/>
          </p:cNvCxnSpPr>
          <p:nvPr/>
        </p:nvCxnSpPr>
        <p:spPr>
          <a:xfrm flipH="1">
            <a:off x="8027943" y="3429000"/>
            <a:ext cx="9029" cy="10058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0DC970-050B-4DAD-9F87-5EFD52FF6B0C}"/>
              </a:ext>
            </a:extLst>
          </p:cNvPr>
          <p:cNvCxnSpPr>
            <a:cxnSpLocks/>
          </p:cNvCxnSpPr>
          <p:nvPr/>
        </p:nvCxnSpPr>
        <p:spPr>
          <a:xfrm flipH="1">
            <a:off x="8036972" y="4721185"/>
            <a:ext cx="9029" cy="10058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551CD61-FCD4-45D3-A2DD-09D79810ADC5}"/>
              </a:ext>
            </a:extLst>
          </p:cNvPr>
          <p:cNvSpPr txBox="1"/>
          <p:nvPr/>
        </p:nvSpPr>
        <p:spPr>
          <a:xfrm>
            <a:off x="233680" y="3169920"/>
            <a:ext cx="2712720" cy="102155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gradients can be analytically or numerically computed 1</a:t>
            </a:r>
          </a:p>
        </p:txBody>
      </p:sp>
    </p:spTree>
    <p:extLst>
      <p:ext uri="{BB962C8B-B14F-4D97-AF65-F5344CB8AC3E}">
        <p14:creationId xmlns:p14="http://schemas.microsoft.com/office/powerpoint/2010/main" val="10636135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1EA8-F04E-4B3A-8F23-66E9F62F2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Training Linear Regression - Analytical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FF638-C6D9-4684-AAA6-84A7E2247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546902C-37B2-4144-B3F7-158D6896C196}"/>
                  </a:ext>
                </a:extLst>
              </p:cNvPr>
              <p:cNvSpPr/>
              <p:nvPr/>
            </p:nvSpPr>
            <p:spPr>
              <a:xfrm>
                <a:off x="2386398" y="1813091"/>
                <a:ext cx="7067523" cy="11726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𝑀𝑆𝐸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546902C-37B2-4144-B3F7-158D6896C1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6398" y="1813091"/>
                <a:ext cx="7067523" cy="11726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BDB17D5-F85B-4E94-9AD3-9BA30331CC41}"/>
                  </a:ext>
                </a:extLst>
              </p:cNvPr>
              <p:cNvSpPr/>
              <p:nvPr/>
            </p:nvSpPr>
            <p:spPr>
              <a:xfrm>
                <a:off x="617511" y="3565662"/>
                <a:ext cx="5145576" cy="6660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𝜕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𝑀𝑆𝐸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BDB17D5-F85B-4E94-9AD3-9BA30331CC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11" y="3565662"/>
                <a:ext cx="5145576" cy="666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8F11C5-C24C-1AEE-6A24-B16FE48CC8A6}"/>
                  </a:ext>
                </a:extLst>
              </p:cNvPr>
              <p:cNvSpPr txBox="1"/>
              <p:nvPr/>
            </p:nvSpPr>
            <p:spPr>
              <a:xfrm>
                <a:off x="223862" y="4629180"/>
                <a:ext cx="6097384" cy="664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𝜕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𝑀𝑆𝐸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8F11C5-C24C-1AEE-6A24-B16FE48CC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62" y="4629180"/>
                <a:ext cx="6097384" cy="6643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0120C4-87B9-8CB3-B88E-413CC91F4828}"/>
                  </a:ext>
                </a:extLst>
              </p:cNvPr>
              <p:cNvSpPr txBox="1"/>
              <p:nvPr/>
            </p:nvSpPr>
            <p:spPr>
              <a:xfrm>
                <a:off x="223862" y="5697203"/>
                <a:ext cx="6097384" cy="664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𝜕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𝑀𝑆𝐸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0120C4-87B9-8CB3-B88E-413CC91F4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62" y="5697203"/>
                <a:ext cx="6097384" cy="6643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86D248A-BA24-D240-C0A4-2B9A5D6ECC1B}"/>
                  </a:ext>
                </a:extLst>
              </p14:cNvPr>
              <p14:cNvContentPartPr/>
              <p14:nvPr/>
            </p14:nvContentPartPr>
            <p14:xfrm>
              <a:off x="10093222" y="5248211"/>
              <a:ext cx="1800" cy="36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86D248A-BA24-D240-C0A4-2B9A5D6ECC1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084222" y="5239211"/>
                <a:ext cx="19440" cy="2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83647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1EA8-F04E-4B3A-8F23-66E9F62F2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Training Linear Regression - Analytical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FF638-C6D9-4684-AAA6-84A7E2247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546902C-37B2-4144-B3F7-158D6896C196}"/>
                  </a:ext>
                </a:extLst>
              </p:cNvPr>
              <p:cNvSpPr/>
              <p:nvPr/>
            </p:nvSpPr>
            <p:spPr>
              <a:xfrm>
                <a:off x="2386398" y="1813091"/>
                <a:ext cx="7067523" cy="11726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𝑀𝑆𝐸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546902C-37B2-4144-B3F7-158D6896C1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6398" y="1813091"/>
                <a:ext cx="7067523" cy="11726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BDB17D5-F85B-4E94-9AD3-9BA30331CC41}"/>
                  </a:ext>
                </a:extLst>
              </p:cNvPr>
              <p:cNvSpPr/>
              <p:nvPr/>
            </p:nvSpPr>
            <p:spPr>
              <a:xfrm>
                <a:off x="617511" y="3565662"/>
                <a:ext cx="5145576" cy="9025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𝜕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𝑀𝑆𝐸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BDB17D5-F85B-4E94-9AD3-9BA30331CC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11" y="3565662"/>
                <a:ext cx="5145576" cy="9025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8F11C5-C24C-1AEE-6A24-B16FE48CC8A6}"/>
                  </a:ext>
                </a:extLst>
              </p:cNvPr>
              <p:cNvSpPr txBox="1"/>
              <p:nvPr/>
            </p:nvSpPr>
            <p:spPr>
              <a:xfrm>
                <a:off x="223862" y="4629180"/>
                <a:ext cx="6097384" cy="9025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𝜕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𝑀𝑆𝐸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8F11C5-C24C-1AEE-6A24-B16FE48CC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62" y="4629180"/>
                <a:ext cx="6097384" cy="9025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0120C4-87B9-8CB3-B88E-413CC91F4828}"/>
                  </a:ext>
                </a:extLst>
              </p:cNvPr>
              <p:cNvSpPr txBox="1"/>
              <p:nvPr/>
            </p:nvSpPr>
            <p:spPr>
              <a:xfrm>
                <a:off x="223862" y="5697203"/>
                <a:ext cx="6097384" cy="9025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𝜕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𝑀𝑆𝐸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0120C4-87B9-8CB3-B88E-413CC91F4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62" y="5697203"/>
                <a:ext cx="6097384" cy="9025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86D248A-BA24-D240-C0A4-2B9A5D6ECC1B}"/>
                  </a:ext>
                </a:extLst>
              </p14:cNvPr>
              <p14:cNvContentPartPr/>
              <p14:nvPr/>
            </p14:nvContentPartPr>
            <p14:xfrm>
              <a:off x="10093222" y="5248211"/>
              <a:ext cx="1800" cy="36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86D248A-BA24-D240-C0A4-2B9A5D6ECC1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084222" y="5239211"/>
                <a:ext cx="19440" cy="212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C01B35B-54F5-106C-1FE7-3754F08241D3}"/>
              </a:ext>
            </a:extLst>
          </p:cNvPr>
          <p:cNvSpPr txBox="1"/>
          <p:nvPr/>
        </p:nvSpPr>
        <p:spPr>
          <a:xfrm>
            <a:off x="6791498" y="3300153"/>
            <a:ext cx="4688378" cy="2934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D5D227-9767-24A0-01BE-F5B66D448921}"/>
                  </a:ext>
                </a:extLst>
              </p:cNvPr>
              <p:cNvSpPr txBox="1"/>
              <p:nvPr/>
            </p:nvSpPr>
            <p:spPr>
              <a:xfrm>
                <a:off x="6975935" y="3449118"/>
                <a:ext cx="4377865" cy="301332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342900" lvl="0" indent="-342900">
                  <a:buFontTx/>
                  <a:buAutoNum type="arabicPeriod"/>
                  <a:defRPr/>
                </a:pP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cs typeface="+mn-cs"/>
                  </a:rPr>
                  <a:t>Start with an initial guess: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0</m:t>
                        </m:r>
                      </m:sup>
                    </m:sSup>
                  </m:oMath>
                </a14:m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mbria Math" panose="02040503050406030204" pitchFamily="18" charset="0"/>
                    <a:cs typeface="+mn-cs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0" lang="en-US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kumimoji="0" lang="en-US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0</m:t>
                        </m:r>
                      </m:sup>
                    </m:sSup>
                  </m:oMath>
                </a14:m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mbria Math" panose="02040503050406030204" pitchFamily="18" charset="0"/>
                    <a:cs typeface="+mn-cs"/>
                  </a:rPr>
                  <a:t>,</a:t>
                </a:r>
                <a:r>
                  <a:rPr lang="en-US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mbria Math" panose="02040503050406030204" pitchFamily="18" charset="0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cs typeface="+mn-cs"/>
                  </a:rPr>
                  <a:t>Repeat:</a:t>
                </a:r>
              </a:p>
              <a:p>
                <a:pPr lvl="0">
                  <a:defRPr/>
                </a:pP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cs typeface="+mn-cs"/>
                  </a:rPr>
                  <a:t>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+1</m:t>
                        </m:r>
                      </m:sup>
                    </m:sSup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US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0" lang="en-US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𝑛</m:t>
                        </m:r>
                      </m:sup>
                    </m:sSup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− </m:t>
                    </m:r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𝛼</m:t>
                    </m:r>
                    <m:sSub>
                      <m:sSub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𝑀𝑆𝐸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  <m:sub>
                        <m:sSup>
                          <m:sSupPr>
                            <m:ctrlPr>
                              <a:rPr kumimoji="0" lang="en-US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    </m:t>
                            </m:r>
                            <m:sSub>
                              <m:sSubPr>
                                <m:ctrlPr>
                                  <a:rPr kumimoji="0" lang="en-US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kumimoji="0" lang="en-US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kumimoji="0" lang="en-US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Cambria Math" panose="02040503050406030204" pitchFamily="18" charset="0"/>
                            <a:cs typeface="+mn-cs"/>
                          </a:rPr>
                          <m:t>, </m:t>
                        </m:r>
                        <m:sSup>
                          <m:sSupPr>
                            <m:ctrlPr>
                              <a:rPr kumimoji="0" lang="en-US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kumimoji="0" lang="en-US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kumimoji="0" lang="en-US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p>
                        </m:sSup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b>
                    </m:sSub>
                  </m:oMath>
                </a14:m>
                <a:endPara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cs typeface="+mn-cs"/>
                  </a:rPr>
                  <a:t>          </a:t>
                </a:r>
              </a:p>
              <a:p>
                <a:pPr lvl="0">
                  <a:defRPr/>
                </a:pP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cs typeface="+mn-cs"/>
                  </a:rPr>
                  <a:t>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+1</m:t>
                        </m:r>
                      </m:sup>
                    </m:sSup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US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0" lang="en-US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𝑛</m:t>
                        </m:r>
                      </m:sup>
                    </m:sSup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− </m:t>
                    </m:r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𝛼</m:t>
                    </m:r>
                    <m:sSub>
                      <m:sSub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𝑀𝑆𝐸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  <m:sub>
                        <m:sSup>
                          <m:sSupPr>
                            <m:ctrlPr>
                              <a:rPr kumimoji="0" lang="en-US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    </m:t>
                            </m:r>
                            <m:sSub>
                              <m:sSubPr>
                                <m:ctrlPr>
                                  <a:rPr kumimoji="0" lang="en-US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kumimoji="0" lang="en-US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kumimoji="0" lang="en-US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Cambria Math" panose="02040503050406030204" pitchFamily="18" charset="0"/>
                            <a:cs typeface="+mn-cs"/>
                          </a:rPr>
                          <m:t>, </m:t>
                        </m:r>
                        <m:sSup>
                          <m:sSupPr>
                            <m:ctrlPr>
                              <a:rPr kumimoji="0" lang="en-US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kumimoji="0" lang="en-US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kumimoji="0" lang="en-US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p>
                        </m:sSup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b>
                    </m:sSub>
                  </m:oMath>
                </a14:m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cs typeface="+mn-cs"/>
                  </a:rPr>
                  <a:t> </a:t>
                </a:r>
              </a:p>
              <a:p>
                <a:pPr lvl="0">
                  <a:defRPr/>
                </a:pPr>
                <a:endParaRPr lang="en-US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lvl="1">
                  <a:defRPr/>
                </a:pP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+1</m:t>
                        </m:r>
                      </m:sup>
                    </m:sSup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US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0" lang="en-US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𝑛</m:t>
                        </m:r>
                      </m:sup>
                    </m:sSup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− </m:t>
                    </m:r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𝛼</m:t>
                    </m:r>
                    <m:sSub>
                      <m:sSub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𝑀𝑆𝐸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  <m:sub>
                        <m:sSup>
                          <m:sSupPr>
                            <m:ctrlPr>
                              <a:rPr kumimoji="0" lang="en-US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    </m:t>
                            </m:r>
                            <m:sSub>
                              <m:sSubPr>
                                <m:ctrlPr>
                                  <a:rPr kumimoji="0" lang="en-US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kumimoji="0" lang="en-US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kumimoji="0" lang="en-US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Cambria Math" panose="02040503050406030204" pitchFamily="18" charset="0"/>
                            <a:cs typeface="+mn-cs"/>
                          </a:rPr>
                          <m:t>, </m:t>
                        </m:r>
                        <m:sSup>
                          <m:sSupPr>
                            <m:ctrlPr>
                              <a:rPr kumimoji="0" lang="en-US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kumimoji="0" lang="en-US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kumimoji="0" lang="en-US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p>
                        </m:sSup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b>
                    </m:sSub>
                  </m:oMath>
                </a14:m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cs typeface="+mn-cs"/>
                  </a:rPr>
                  <a:t>    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cs typeface="+mn-cs"/>
                  </a:rPr>
                  <a:t>   Until a stopping criterion is met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D5D227-9767-24A0-01BE-F5B66D448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935" y="3449118"/>
                <a:ext cx="4377865" cy="3013325"/>
              </a:xfrm>
              <a:prstGeom prst="rect">
                <a:avLst/>
              </a:prstGeom>
              <a:blipFill>
                <a:blip r:embed="rId8"/>
                <a:stretch>
                  <a:fillRect l="-971" t="-1008" b="-22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FC9FFA-0BB6-25A3-79D5-1791D9C899E2}"/>
              </a:ext>
            </a:extLst>
          </p:cNvPr>
          <p:cNvCxnSpPr>
            <a:cxnSpLocks/>
          </p:cNvCxnSpPr>
          <p:nvPr/>
        </p:nvCxnSpPr>
        <p:spPr>
          <a:xfrm flipH="1">
            <a:off x="9894625" y="4016939"/>
            <a:ext cx="0" cy="5486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1187E18-3B1E-6A69-B9B3-F9F71B562CE6}"/>
              </a:ext>
            </a:extLst>
          </p:cNvPr>
          <p:cNvCxnSpPr>
            <a:cxnSpLocks/>
          </p:cNvCxnSpPr>
          <p:nvPr/>
        </p:nvCxnSpPr>
        <p:spPr>
          <a:xfrm flipH="1">
            <a:off x="9880773" y="4767349"/>
            <a:ext cx="0" cy="5486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DAC008-A15E-759C-6925-496BC031F7D4}"/>
              </a:ext>
            </a:extLst>
          </p:cNvPr>
          <p:cNvCxnSpPr>
            <a:cxnSpLocks/>
          </p:cNvCxnSpPr>
          <p:nvPr/>
        </p:nvCxnSpPr>
        <p:spPr>
          <a:xfrm flipH="1">
            <a:off x="9888465" y="5606549"/>
            <a:ext cx="0" cy="4572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89219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1EA8-F04E-4B3A-8F23-66E9F62F2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Training Linear Regression - Numerical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FF638-C6D9-4684-AAA6-84A7E2247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546902C-37B2-4144-B3F7-158D6896C196}"/>
                  </a:ext>
                </a:extLst>
              </p:cNvPr>
              <p:cNvSpPr/>
              <p:nvPr/>
            </p:nvSpPr>
            <p:spPr>
              <a:xfrm>
                <a:off x="510930" y="1728419"/>
                <a:ext cx="7067523" cy="11726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546902C-37B2-4144-B3F7-158D6896C1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30" y="1728419"/>
                <a:ext cx="7067523" cy="11726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BDB17D5-F85B-4E94-9AD3-9BA30331CC41}"/>
                  </a:ext>
                </a:extLst>
              </p:cNvPr>
              <p:cNvSpPr/>
              <p:nvPr/>
            </p:nvSpPr>
            <p:spPr>
              <a:xfrm>
                <a:off x="940135" y="3233485"/>
                <a:ext cx="10000139" cy="8485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/>
                <a14:m>
                  <m:oMath xmlns:m="http://schemas.openxmlformats.org/officeDocument/2006/math">
                    <m:f>
                      <m:f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𝜕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𝑀𝑆𝐸</m:t>
                        </m:r>
                      </m:num>
                      <m:den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US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  <m:r>
                                      <a:rPr lang="en-US" sz="24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f>
                              <m:f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brk m:alnAt="23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𝑤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bSup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sz="24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𝑤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b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p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nary>
                      </m:num>
                      <m:den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den>
                    </m:f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BDB17D5-F85B-4E94-9AD3-9BA30331CC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135" y="3233485"/>
                <a:ext cx="10000139" cy="8485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C6A18AB-FAD0-4C99-B2E6-292341BB2D8A}"/>
                  </a:ext>
                </a:extLst>
              </p:cNvPr>
              <p:cNvSpPr txBox="1"/>
              <p:nvPr/>
            </p:nvSpPr>
            <p:spPr>
              <a:xfrm>
                <a:off x="6655636" y="2045014"/>
                <a:ext cx="6094520" cy="6280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𝑓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𝑢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,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𝑣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𝑢</m:t>
                          </m:r>
                        </m:den>
                      </m:f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≈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𝑢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h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   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𝑣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</m:e>
                          </m:d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𝑓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𝑢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𝑣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C6A18AB-FAD0-4C99-B2E6-292341BB2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5636" y="2045014"/>
                <a:ext cx="6094520" cy="6280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554EDCC-551F-A4ED-52BD-21D20FAEA736}"/>
                  </a:ext>
                </a:extLst>
              </p:cNvPr>
              <p:cNvSpPr/>
              <p:nvPr/>
            </p:nvSpPr>
            <p:spPr>
              <a:xfrm>
                <a:off x="940135" y="4557980"/>
                <a:ext cx="10000139" cy="8485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/>
                <a14:m>
                  <m:oMath xmlns:m="http://schemas.openxmlformats.org/officeDocument/2006/math">
                    <m:f>
                      <m:f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𝜕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𝑀𝑆𝐸</m:t>
                        </m:r>
                      </m:num>
                      <m:den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US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f>
                              <m:f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brk m:alnAt="23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𝑤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bSup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sz="24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𝑤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b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p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nary>
                      </m:num>
                      <m:den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den>
                    </m:f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554EDCC-551F-A4ED-52BD-21D20FAEA7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135" y="4557980"/>
                <a:ext cx="10000139" cy="8485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6DDB144-59A2-DDD1-8693-72453D84754A}"/>
                  </a:ext>
                </a:extLst>
              </p:cNvPr>
              <p:cNvSpPr/>
              <p:nvPr/>
            </p:nvSpPr>
            <p:spPr>
              <a:xfrm>
                <a:off x="1026034" y="5639859"/>
                <a:ext cx="10000139" cy="8485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/>
                <a14:m>
                  <m:oMath xmlns:m="http://schemas.openxmlformats.org/officeDocument/2006/math">
                    <m:f>
                      <m:f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𝜕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𝑀𝑆𝐸</m:t>
                        </m:r>
                      </m:num>
                      <m:den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f>
                              <m:f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brk m:alnAt="23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𝑤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bSup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sz="24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𝑤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b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p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nary>
                      </m:num>
                      <m:den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den>
                    </m:f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6DDB144-59A2-DDD1-8693-72453D8475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034" y="5639859"/>
                <a:ext cx="10000139" cy="8485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00462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D69DA-F601-4CAD-A846-BAD265505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Some more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1AB0F-826C-4E03-8644-5F3EBF7AD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Starting values or guesses are generated randomly.</a:t>
            </a:r>
          </a:p>
          <a:p>
            <a:pPr>
              <a:lnSpc>
                <a:spcPct val="120000"/>
              </a:lnSpc>
            </a:pPr>
            <a:r>
              <a:rPr lang="en-US" dirty="0"/>
              <a:t>Stopping criteria might involve checking multiple conditions: 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checking if the norm of the gradients is less than some threshold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the value of the objective function (or cost function) 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all of them involve a maximum number of iterations.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When gradient descent is used for linear or logistic regression. It is important to scale the features. 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Otherwise, the algorithm might be too slow to converge (find the optimal value) or it might stop too early.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4618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FFF577C-7974-42DD-9E5D-C4D159E6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Other Iterative Methods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8194FA0-E303-4656-A18A-72BAF8E1A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649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B6E18-A368-E14D-A472-C55BB1CEE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Iterative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6ABCFD-3D98-5149-85AC-088AB01197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Gradient Descent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Newton's Method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′′(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Secant Method</a:t>
                </a:r>
                <a:br>
                  <a:rPr lang="en-US" dirty="0"/>
                </a:b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6ABCFD-3D98-5149-85AC-088AB01197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09724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B6E18-A368-E14D-A472-C55BB1CEE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ABCFD-3D98-5149-85AC-088AB0119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Newton's Method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Secant Method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Gradient Descent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7829F7-CEC4-4142-9E91-4A2B7061F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148" y="2227652"/>
            <a:ext cx="4010025" cy="11715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234C80-46B4-4BED-B273-AD095CE7B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536" y="3838896"/>
            <a:ext cx="7153275" cy="962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63D6D9F-38BF-454A-8FAC-2A92E2FDC1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3799" y="2389576"/>
            <a:ext cx="5133975" cy="8477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51088CB-9881-41DB-8C66-40F1214169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5112" y="3800796"/>
            <a:ext cx="6581775" cy="10001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1DB4DAB-9A88-4E83-A777-2569775024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3548" y="5108214"/>
            <a:ext cx="4238625" cy="10953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8186263-A205-4291-9C32-88AC9E8B78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3548" y="5099901"/>
            <a:ext cx="4238625" cy="1095375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59256703-C99E-4726-914F-FDCBBFAF1BD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                               (Dissection of)</a:t>
            </a:r>
          </a:p>
        </p:txBody>
      </p:sp>
    </p:spTree>
    <p:extLst>
      <p:ext uri="{BB962C8B-B14F-4D97-AF65-F5344CB8AC3E}">
        <p14:creationId xmlns:p14="http://schemas.microsoft.com/office/powerpoint/2010/main" val="476608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675DC-8299-46B3-A607-83F3C2073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Methods (Dissection of)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B2D10AE-DC2A-41FE-9B64-3B0ACA094C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7688" y="2581275"/>
            <a:ext cx="5133975" cy="84772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E9E17C8-C5A5-4ABC-B73C-1119B36CA5A0}"/>
              </a:ext>
            </a:extLst>
          </p:cNvPr>
          <p:cNvCxnSpPr>
            <a:cxnSpLocks/>
          </p:cNvCxnSpPr>
          <p:nvPr/>
        </p:nvCxnSpPr>
        <p:spPr>
          <a:xfrm flipV="1">
            <a:off x="4998128" y="3700446"/>
            <a:ext cx="65277" cy="54122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C817723-D4F3-4C44-829C-BBCA4DCA8D3A}"/>
              </a:ext>
            </a:extLst>
          </p:cNvPr>
          <p:cNvCxnSpPr>
            <a:cxnSpLocks/>
          </p:cNvCxnSpPr>
          <p:nvPr/>
        </p:nvCxnSpPr>
        <p:spPr>
          <a:xfrm flipV="1">
            <a:off x="3845510" y="3700321"/>
            <a:ext cx="65277" cy="54122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797B3E9-AF81-4707-9BFC-56920C90EF44}"/>
              </a:ext>
            </a:extLst>
          </p:cNvPr>
          <p:cNvCxnSpPr>
            <a:cxnSpLocks/>
          </p:cNvCxnSpPr>
          <p:nvPr/>
        </p:nvCxnSpPr>
        <p:spPr>
          <a:xfrm flipV="1">
            <a:off x="6411157" y="3700321"/>
            <a:ext cx="65277" cy="54122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502FD7C-43B4-426F-9408-3803D5047CC2}"/>
              </a:ext>
            </a:extLst>
          </p:cNvPr>
          <p:cNvCxnSpPr>
            <a:cxnSpLocks/>
          </p:cNvCxnSpPr>
          <p:nvPr/>
        </p:nvCxnSpPr>
        <p:spPr>
          <a:xfrm flipV="1">
            <a:off x="7824186" y="3700320"/>
            <a:ext cx="65277" cy="54122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3797F3F-B47E-419D-8CDC-96BA28BA3DC7}"/>
              </a:ext>
            </a:extLst>
          </p:cNvPr>
          <p:cNvSpPr txBox="1"/>
          <p:nvPr/>
        </p:nvSpPr>
        <p:spPr>
          <a:xfrm>
            <a:off x="3345597" y="4257086"/>
            <a:ext cx="9998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New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estimate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B58BBD-3789-4A52-9754-ED12E959F7A1}"/>
              </a:ext>
            </a:extLst>
          </p:cNvPr>
          <p:cNvSpPr txBox="1"/>
          <p:nvPr/>
        </p:nvSpPr>
        <p:spPr>
          <a:xfrm>
            <a:off x="4498215" y="4257086"/>
            <a:ext cx="9998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estimate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7467BD-7CE6-487C-9155-152585DB7774}"/>
              </a:ext>
            </a:extLst>
          </p:cNvPr>
          <p:cNvSpPr txBox="1"/>
          <p:nvPr/>
        </p:nvSpPr>
        <p:spPr>
          <a:xfrm>
            <a:off x="5805062" y="4277304"/>
            <a:ext cx="12121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Magnitude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change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(step size)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399BC2-3E04-45DB-B671-BF68B3AC82B0}"/>
              </a:ext>
            </a:extLst>
          </p:cNvPr>
          <p:cNvSpPr txBox="1"/>
          <p:nvPr/>
        </p:nvSpPr>
        <p:spPr>
          <a:xfrm>
            <a:off x="7253678" y="4277304"/>
            <a:ext cx="1141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Direction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minima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28B03E-922E-462D-9A1C-DD018F87082C}"/>
              </a:ext>
            </a:extLst>
          </p:cNvPr>
          <p:cNvSpPr/>
          <p:nvPr/>
        </p:nvSpPr>
        <p:spPr>
          <a:xfrm>
            <a:off x="5861174" y="2630031"/>
            <a:ext cx="1333350" cy="70160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AEA6E4-4755-4954-AD94-A0FAB5922901}"/>
              </a:ext>
            </a:extLst>
          </p:cNvPr>
          <p:cNvSpPr/>
          <p:nvPr/>
        </p:nvSpPr>
        <p:spPr>
          <a:xfrm>
            <a:off x="7206067" y="2630031"/>
            <a:ext cx="1482805" cy="7016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5339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B6E18-A368-E14D-A472-C55BB1CEE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Iterative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ABCFD-3D98-5149-85AC-088AB0119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Newton's Method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Secant Method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Gradient Descent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3D6D9F-38BF-454A-8FAC-2A92E2FDC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799" y="2389576"/>
            <a:ext cx="5133975" cy="8477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51088CB-9881-41DB-8C66-40F121416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112" y="3800796"/>
            <a:ext cx="6581775" cy="10001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1DB4DAB-9A88-4E83-A777-256977502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548" y="5108214"/>
            <a:ext cx="4238625" cy="10953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8186263-A205-4291-9C32-88AC9E8B7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548" y="5108214"/>
            <a:ext cx="4238625" cy="1095375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59256703-C99E-4726-914F-FDCBBFAF1BD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                           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839FF0-379B-4547-B6CB-D74DCD866CD2}"/>
              </a:ext>
            </a:extLst>
          </p:cNvPr>
          <p:cNvSpPr/>
          <p:nvPr/>
        </p:nvSpPr>
        <p:spPr>
          <a:xfrm>
            <a:off x="6006030" y="2424754"/>
            <a:ext cx="1333350" cy="70160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BAD95B-9206-4222-9CC6-10BB4149D167}"/>
              </a:ext>
            </a:extLst>
          </p:cNvPr>
          <p:cNvSpPr/>
          <p:nvPr/>
        </p:nvSpPr>
        <p:spPr>
          <a:xfrm>
            <a:off x="5136184" y="4032803"/>
            <a:ext cx="2559261" cy="70160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A2ACF1-44EA-4ABA-B5F8-C090DF6D6210}"/>
              </a:ext>
            </a:extLst>
          </p:cNvPr>
          <p:cNvSpPr/>
          <p:nvPr/>
        </p:nvSpPr>
        <p:spPr>
          <a:xfrm>
            <a:off x="5996977" y="5364416"/>
            <a:ext cx="277075" cy="582972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2C1C0D-F37D-4086-A512-B8B52DF36265}"/>
              </a:ext>
            </a:extLst>
          </p:cNvPr>
          <p:cNvSpPr/>
          <p:nvPr/>
        </p:nvSpPr>
        <p:spPr>
          <a:xfrm>
            <a:off x="7357486" y="2424754"/>
            <a:ext cx="1482805" cy="7016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0A934E-F2D1-4A95-A52F-CCB95EC61A06}"/>
              </a:ext>
            </a:extLst>
          </p:cNvPr>
          <p:cNvSpPr/>
          <p:nvPr/>
        </p:nvSpPr>
        <p:spPr>
          <a:xfrm>
            <a:off x="7722604" y="4027928"/>
            <a:ext cx="1482805" cy="7016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300C03-584B-44D6-883B-C25C96013CD8}"/>
              </a:ext>
            </a:extLst>
          </p:cNvPr>
          <p:cNvSpPr/>
          <p:nvPr/>
        </p:nvSpPr>
        <p:spPr>
          <a:xfrm>
            <a:off x="6301211" y="5364415"/>
            <a:ext cx="1482805" cy="5829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47776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DF340-F036-0119-52C2-4D6E1239C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AD688-7B6F-DC27-3BDB-B00B3FE1A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If the cost function is strongly convex (second derivative is strictly positive), then Newton’s method converges faster than gradient descent: it reaches the minimum in less number of iterations: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 lvl="1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Newton’s method uses the information (about the curvature of the function) provided by the second derivative</a:t>
            </a:r>
          </a:p>
          <a:p>
            <a:pPr lvl="1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Instead of just looking few steps ahead (gradient descent), Newton’s method looks further ahead and jumps to the lower point it can see.</a:t>
            </a:r>
          </a:p>
          <a:p>
            <a:pPr>
              <a:lnSpc>
                <a:spcPct val="11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015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DF340-F036-0119-52C2-4D6E1239C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AD688-7B6F-DC27-3BDB-B00B3FE1A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The bad news is that when we have multiple variables, Newton’s metho becomes costly: </a:t>
            </a:r>
          </a:p>
          <a:p>
            <a:pPr lvl="1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In higher dimension, the second derivative is a matrix (m by m matrix (m is the number of features)): Hessian matrix</a:t>
            </a:r>
          </a:p>
          <a:p>
            <a:pPr lvl="1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Newton’s method requires the computation of the inverse of the Hessian matrix.</a:t>
            </a:r>
          </a:p>
          <a:p>
            <a:pPr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 This is why, in machine learning, the pure Newton’s method is not implemented: </a:t>
            </a:r>
          </a:p>
          <a:p>
            <a:pPr lvl="1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Quasi-Newton’s method approximates the Hessian matrix.</a:t>
            </a:r>
          </a:p>
          <a:p>
            <a:pPr lvl="1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They are faster than gradient but requires less computation steps than Newton’s method.</a:t>
            </a:r>
          </a:p>
        </p:txBody>
      </p:sp>
    </p:spTree>
    <p:extLst>
      <p:ext uri="{BB962C8B-B14F-4D97-AF65-F5344CB8AC3E}">
        <p14:creationId xmlns:p14="http://schemas.microsoft.com/office/powerpoint/2010/main" val="16712387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C8EF-7677-8143-9B68-FCC1008A0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FA6FAAF-207F-2945-B047-33728B5F79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6416369"/>
              </p:ext>
            </p:extLst>
          </p:nvPr>
        </p:nvGraphicFramePr>
        <p:xfrm>
          <a:off x="220338" y="2937114"/>
          <a:ext cx="8354329" cy="3662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4226">
                  <a:extLst>
                    <a:ext uri="{9D8B030D-6E8A-4147-A177-3AD203B41FA5}">
                      <a16:colId xmlns:a16="http://schemas.microsoft.com/office/drawing/2014/main" val="1880455641"/>
                    </a:ext>
                  </a:extLst>
                </a:gridCol>
                <a:gridCol w="3525398">
                  <a:extLst>
                    <a:ext uri="{9D8B030D-6E8A-4147-A177-3AD203B41FA5}">
                      <a16:colId xmlns:a16="http://schemas.microsoft.com/office/drawing/2014/main" val="3972919733"/>
                    </a:ext>
                  </a:extLst>
                </a:gridCol>
                <a:gridCol w="3374705">
                  <a:extLst>
                    <a:ext uri="{9D8B030D-6E8A-4147-A177-3AD203B41FA5}">
                      <a16:colId xmlns:a16="http://schemas.microsoft.com/office/drawing/2014/main" val="3783593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Newton's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Gradient Descent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227454"/>
                  </a:ext>
                </a:extLst>
              </a:tr>
              <a:tr h="474614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Rate of Convergence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Quadratic</a:t>
                      </a:r>
                      <a:r>
                        <a:rPr lang="en-US" dirty="0"/>
                        <a:t>: doubling the number of iterations will cut the error (f(x)-f(x*)) in four.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Linear</a:t>
                      </a:r>
                      <a:r>
                        <a:rPr lang="en-US" dirty="0"/>
                        <a:t>: doubling the number of iterations will cut the error (f(x)-f(x*)) in half.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338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Second Derivative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Required</a:t>
                      </a:r>
                      <a:r>
                        <a:rPr lang="en-US" dirty="0"/>
                        <a:t>: in case of multi-variate functions, the inverse of the second derivate becomes the inverse of a Hessian matrix:  it is computationally expensive.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Not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946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Convergence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Might diverge if the function is flat (second derivative is equal to zero)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/>
                        <a:t>Given that the learning rate is just right, gradient descent will always converge.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9715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2EA9A47-4C5D-E0B2-B437-E93BAE065416}"/>
              </a:ext>
            </a:extLst>
          </p:cNvPr>
          <p:cNvSpPr txBox="1"/>
          <p:nvPr/>
        </p:nvSpPr>
        <p:spPr>
          <a:xfrm>
            <a:off x="996142" y="1690688"/>
            <a:ext cx="98353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Rate of convergence: estimate of how long the algorithm will take to reach the optimal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Time complexity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455FB3-EC17-950B-1180-FDF5C102687F}"/>
              </a:ext>
            </a:extLst>
          </p:cNvPr>
          <p:cNvSpPr txBox="1"/>
          <p:nvPr/>
        </p:nvSpPr>
        <p:spPr>
          <a:xfrm>
            <a:off x="8715984" y="2937114"/>
            <a:ext cx="27203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other words, Newton’s method requires less number of iterations in order to converge.</a:t>
            </a:r>
          </a:p>
        </p:txBody>
      </p:sp>
    </p:spTree>
    <p:extLst>
      <p:ext uri="{BB962C8B-B14F-4D97-AF65-F5344CB8AC3E}">
        <p14:creationId xmlns:p14="http://schemas.microsoft.com/office/powerpoint/2010/main" val="25934659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0E443-6CD0-690D-4F21-E9ECDFEA0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Other Iterative Methods (optional)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A5A61-DF08-56DD-B91E-094D13F36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When the objective function is the sum of a convex and differentiable function and another that is convex but not differentiable (Lasso)</a:t>
            </a:r>
          </a:p>
          <a:p>
            <a:pPr>
              <a:lnSpc>
                <a:spcPct val="120000"/>
              </a:lnSpc>
            </a:pPr>
            <a:r>
              <a:rPr lang="en-US" dirty="0"/>
              <a:t>Coordinate descent </a:t>
            </a:r>
            <a:r>
              <a:rPr lang="en-US" dirty="0">
                <a:hlinkClick r:id="rId2"/>
              </a:rPr>
              <a:t>[reference]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Proximal gradient descent [</a:t>
            </a:r>
            <a:r>
              <a:rPr lang="en-US" dirty="0">
                <a:hlinkClick r:id="rId3"/>
              </a:rPr>
              <a:t>reference</a:t>
            </a:r>
            <a:r>
              <a:rPr lang="en-US" dirty="0"/>
              <a:t>] 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When the objective function is not strongly convex,</a:t>
            </a:r>
          </a:p>
          <a:p>
            <a:pPr>
              <a:lnSpc>
                <a:spcPct val="120000"/>
              </a:lnSpc>
            </a:pPr>
            <a:r>
              <a:rPr lang="en-US" dirty="0">
                <a:hlinkClick r:id="rId4"/>
              </a:rPr>
              <a:t>SAGA</a:t>
            </a:r>
            <a:endParaRPr lang="en-US" dirty="0"/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In deep learning (the problem is non-convex), we use methods that scales better with the number of samples/parameters and provides better convergence rate than gradient descent:</a:t>
            </a:r>
          </a:p>
          <a:p>
            <a:pPr>
              <a:lnSpc>
                <a:spcPct val="120000"/>
              </a:lnSpc>
            </a:pPr>
            <a:r>
              <a:rPr lang="en-US" dirty="0"/>
              <a:t>Adam (adaptive learning rate for each feature) </a:t>
            </a:r>
            <a:r>
              <a:rPr lang="en-US" dirty="0">
                <a:hlinkClick r:id="rId5"/>
              </a:rPr>
              <a:t>[reference</a:t>
            </a:r>
            <a:r>
              <a:rPr lang="en-US" dirty="0"/>
              <a:t>]</a:t>
            </a:r>
            <a:r>
              <a:rPr lang="en-US" dirty="0">
                <a:hlinkClick r:id="rId6"/>
              </a:rPr>
              <a:t>[paper</a:t>
            </a:r>
            <a:r>
              <a:rPr lang="en-US" dirty="0"/>
              <a:t>]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7965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9464C-EB58-410D-AD43-314357DB0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questions for algorithm to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1AE2B-BF78-455A-833E-FD836B51E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How do we solve for the derivative (gradient)?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Analytical (closed form) solution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Numerical approximations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What function are we solving for the derivative of?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Loss/Objective Functions!</a:t>
            </a:r>
          </a:p>
          <a:p>
            <a:pPr lvl="1"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What are we taking the derivative with respect to?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 model parameters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Remember that when training models we are going to treat our dataset as “constant” and our model parameters are going to be “variable”.</a:t>
            </a:r>
          </a:p>
        </p:txBody>
      </p:sp>
    </p:spTree>
    <p:extLst>
      <p:ext uri="{BB962C8B-B14F-4D97-AF65-F5344CB8AC3E}">
        <p14:creationId xmlns:p14="http://schemas.microsoft.com/office/powerpoint/2010/main" val="25098606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3B7FDCA-014F-4919-B7E9-57458B33C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Example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BB7AAD-FBCF-41DC-94BA-A280FC43F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7785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675DC-8299-46B3-A607-83F3C2073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function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E53E9C-4CAC-4C71-AB55-432429311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902" y="3254253"/>
            <a:ext cx="3686175" cy="24669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D87AB2-6BE1-48A3-9F0A-CEC9E3140D25}"/>
                  </a:ext>
                </a:extLst>
              </p:cNvPr>
              <p:cNvSpPr txBox="1"/>
              <p:nvPr/>
            </p:nvSpPr>
            <p:spPr>
              <a:xfrm>
                <a:off x="2318458" y="2447589"/>
                <a:ext cx="28890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=5</m:t>
                      </m:r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+4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D87AB2-6BE1-48A3-9F0A-CEC9E3140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458" y="2447589"/>
                <a:ext cx="2889061" cy="369332"/>
              </a:xfrm>
              <a:prstGeom prst="rect">
                <a:avLst/>
              </a:prstGeom>
              <a:blipFill>
                <a:blip r:embed="rId3"/>
                <a:stretch>
                  <a:fillRect l="-3165" t="-1667" r="-2110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343E85-9FF6-4928-8A4E-ADC0A4E4C98B}"/>
                  </a:ext>
                </a:extLst>
              </p:cNvPr>
              <p:cNvSpPr txBox="1"/>
              <p:nvPr/>
            </p:nvSpPr>
            <p:spPr>
              <a:xfrm>
                <a:off x="7007157" y="2428539"/>
                <a:ext cx="245150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′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=10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−3</m:t>
                          </m:r>
                        </m:e>
                      </m:d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343E85-9FF6-4928-8A4E-ADC0A4E4C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157" y="2428539"/>
                <a:ext cx="2451505" cy="369332"/>
              </a:xfrm>
              <a:prstGeom prst="rect">
                <a:avLst/>
              </a:prstGeom>
              <a:blipFill>
                <a:blip r:embed="rId4"/>
                <a:stretch>
                  <a:fillRect l="-4218" t="-4918" b="-36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C8F6F6CE-71B2-477D-8F22-5538B62DCB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6959" y="3225871"/>
            <a:ext cx="3771900" cy="248602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3C938FF-84BC-4BE7-9581-1104219444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7815" y="601149"/>
            <a:ext cx="5133277" cy="85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708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675DC-8299-46B3-A607-83F3C2073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Derivative (gradient) term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166BB4-A582-4204-A85F-E9B03F730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4455" y="218471"/>
            <a:ext cx="3277359" cy="13255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323E7D-765E-4828-AF8E-01708722A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2192" y="2057614"/>
            <a:ext cx="2697743" cy="17049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F034E9C-997E-4864-9868-AC12ED5AD5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3598" y="2026395"/>
            <a:ext cx="2751533" cy="17673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1887E9B-F80E-4C59-840D-CDD55EEDEE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1740" y="4465165"/>
            <a:ext cx="2818459" cy="18444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EF0717A-EBEA-49EF-8E6E-3EAB8F5BF8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8923" y="4503703"/>
            <a:ext cx="2707144" cy="17673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AC7B787-94AB-40B6-BF6C-FCCE36288A69}"/>
                  </a:ext>
                </a:extLst>
              </p:cNvPr>
              <p:cNvSpPr txBox="1"/>
              <p:nvPr/>
            </p:nvSpPr>
            <p:spPr>
              <a:xfrm>
                <a:off x="2092023" y="3944793"/>
                <a:ext cx="37082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 | </m:t>
                      </m:r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=10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(0)−3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=−30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AC7B787-94AB-40B6-BF6C-FCCE36288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2023" y="3944793"/>
                <a:ext cx="3708259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B6C8E9E-D367-4E89-A8E9-F9EB4CAD041C}"/>
                  </a:ext>
                </a:extLst>
              </p:cNvPr>
              <p:cNvSpPr txBox="1"/>
              <p:nvPr/>
            </p:nvSpPr>
            <p:spPr>
              <a:xfrm>
                <a:off x="6895234" y="3944793"/>
                <a:ext cx="37082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 | </m:t>
                      </m:r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=10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(1)−3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=−20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B6C8E9E-D367-4E89-A8E9-F9EB4CAD0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234" y="3944793"/>
                <a:ext cx="3708259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401A92E-DE84-46B2-BD1F-F7E0C751E89A}"/>
                  </a:ext>
                </a:extLst>
              </p:cNvPr>
              <p:cNvSpPr txBox="1"/>
              <p:nvPr/>
            </p:nvSpPr>
            <p:spPr>
              <a:xfrm>
                <a:off x="7104481" y="6375074"/>
                <a:ext cx="32786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=3 | </m:t>
                    </m:r>
                    <m:sSup>
                      <m:sSup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e>
                      <m:sup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</m:d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=10</m:t>
                    </m:r>
                    <m:d>
                      <m:d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(3)−3</m:t>
                        </m:r>
                      </m:e>
                    </m:d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401A92E-DE84-46B2-BD1F-F7E0C751E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4481" y="6375074"/>
                <a:ext cx="3278654" cy="369332"/>
              </a:xfrm>
              <a:prstGeom prst="rect">
                <a:avLst/>
              </a:prstGeom>
              <a:blipFill>
                <a:blip r:embed="rId9"/>
                <a:stretch>
                  <a:fillRect t="-10000" r="-74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3D21328-9E12-4DCF-9F42-30C3C9555E15}"/>
                  </a:ext>
                </a:extLst>
              </p:cNvPr>
              <p:cNvSpPr txBox="1"/>
              <p:nvPr/>
            </p:nvSpPr>
            <p:spPr>
              <a:xfrm>
                <a:off x="2087120" y="6375074"/>
                <a:ext cx="35351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=5 | </m:t>
                      </m:r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=10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(5)−3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=20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3D21328-9E12-4DCF-9F42-30C3C9555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120" y="6375074"/>
                <a:ext cx="3535135" cy="369332"/>
              </a:xfrm>
              <a:prstGeom prst="rect">
                <a:avLst/>
              </a:prstGeom>
              <a:blipFill>
                <a:blip r:embed="rId1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F98730E9-2A85-4483-ABAD-913CFF72179A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67668"/>
          <a:stretch/>
        </p:blipFill>
        <p:spPr>
          <a:xfrm>
            <a:off x="6895234" y="601149"/>
            <a:ext cx="1659683" cy="85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790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3" grpId="0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675DC-8299-46B3-A607-83F3C2073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Size term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166BB4-A582-4204-A85F-E9B03F730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4455" y="218471"/>
            <a:ext cx="3277359" cy="13255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CECE2B-1C2A-44AF-819C-FBA59532DF1F}"/>
                  </a:ext>
                </a:extLst>
              </p:cNvPr>
              <p:cNvSpPr txBox="1"/>
              <p:nvPr/>
            </p:nvSpPr>
            <p:spPr>
              <a:xfrm>
                <a:off x="2754754" y="2348640"/>
                <a:ext cx="245150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′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=10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−3</m:t>
                          </m:r>
                        </m:e>
                      </m:d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CECE2B-1C2A-44AF-819C-FBA59532D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4754" y="2348640"/>
                <a:ext cx="2451505" cy="369332"/>
              </a:xfrm>
              <a:prstGeom prst="rect">
                <a:avLst/>
              </a:prstGeom>
              <a:blipFill>
                <a:blip r:embed="rId3"/>
                <a:stretch>
                  <a:fillRect l="-4229" t="-4918" b="-36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00C719B-75E6-44A0-9658-36336388D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4556" y="3145972"/>
            <a:ext cx="3771900" cy="24860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203B52-6263-487D-833C-877F992AD7D2}"/>
                  </a:ext>
                </a:extLst>
              </p:cNvPr>
              <p:cNvSpPr txBox="1"/>
              <p:nvPr/>
            </p:nvSpPr>
            <p:spPr>
              <a:xfrm>
                <a:off x="7960746" y="2334300"/>
                <a:ext cx="156741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′′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=10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203B52-6263-487D-833C-877F992AD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0746" y="2334300"/>
                <a:ext cx="1567417" cy="369332"/>
              </a:xfrm>
              <a:prstGeom prst="rect">
                <a:avLst/>
              </a:prstGeom>
              <a:blipFill>
                <a:blip r:embed="rId5"/>
                <a:stretch>
                  <a:fillRect l="-7004" t="-6557" r="-4280" b="-36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F891EE6-E4B8-4E39-8D0C-BE05A45BA389}"/>
                  </a:ext>
                </a:extLst>
              </p:cNvPr>
              <p:cNvSpPr txBox="1"/>
              <p:nvPr/>
            </p:nvSpPr>
            <p:spPr>
              <a:xfrm>
                <a:off x="7518700" y="4388984"/>
                <a:ext cx="245150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′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=10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−3</m:t>
                          </m:r>
                        </m:e>
                      </m:d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F891EE6-E4B8-4E39-8D0C-BE05A45BA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8700" y="4388984"/>
                <a:ext cx="2451505" cy="369332"/>
              </a:xfrm>
              <a:prstGeom prst="rect">
                <a:avLst/>
              </a:prstGeom>
              <a:blipFill>
                <a:blip r:embed="rId6"/>
                <a:stretch>
                  <a:fillRect l="-4218" t="-6557" b="-36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FC38906-E5E5-438F-8CEF-03EB3695C454}"/>
                  </a:ext>
                </a:extLst>
              </p:cNvPr>
              <p:cNvSpPr txBox="1"/>
              <p:nvPr/>
            </p:nvSpPr>
            <p:spPr>
              <a:xfrm>
                <a:off x="7936314" y="3641036"/>
                <a:ext cx="16162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𝑚𝑥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FC38906-E5E5-438F-8CEF-03EB3695C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314" y="3641036"/>
                <a:ext cx="1616276" cy="369332"/>
              </a:xfrm>
              <a:prstGeom prst="rect">
                <a:avLst/>
              </a:prstGeom>
              <a:blipFill>
                <a:blip r:embed="rId7"/>
                <a:stretch>
                  <a:fillRect l="-4151" r="-377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52DE4A8-495B-415A-8FEF-2D760813CF00}"/>
                  </a:ext>
                </a:extLst>
              </p:cNvPr>
              <p:cNvSpPr txBox="1"/>
              <p:nvPr/>
            </p:nvSpPr>
            <p:spPr>
              <a:xfrm>
                <a:off x="6874645" y="5136932"/>
                <a:ext cx="160272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=−30</m:t>
                      </m:r>
                    </m:oMath>
                  </m:oMathPara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52DE4A8-495B-415A-8FEF-2D760813C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645" y="5136932"/>
                <a:ext cx="1602724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41107F5-E039-45A9-ADAA-25694D7AE6CD}"/>
                  </a:ext>
                </a:extLst>
              </p:cNvPr>
              <p:cNvSpPr txBox="1"/>
              <p:nvPr/>
            </p:nvSpPr>
            <p:spPr>
              <a:xfrm>
                <a:off x="8477369" y="5133805"/>
                <a:ext cx="254869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m</m:t>
                      </m:r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p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=10</m:t>
                      </m:r>
                    </m:oMath>
                  </m:oMathPara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41107F5-E039-45A9-ADAA-25694D7AE6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7369" y="5133805"/>
                <a:ext cx="2548697" cy="400110"/>
              </a:xfrm>
              <a:prstGeom prst="rect">
                <a:avLst/>
              </a:prstGeom>
              <a:blipFill>
                <a:blip r:embed="rId9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Picture 44">
            <a:extLst>
              <a:ext uri="{FF2B5EF4-FFF2-40B4-BE49-F238E27FC236}">
                <a16:creationId xmlns:a16="http://schemas.microsoft.com/office/drawing/2014/main" id="{EDF34CCA-429D-43AE-9CE2-F96305D178B1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41620" r="31872"/>
          <a:stretch/>
        </p:blipFill>
        <p:spPr>
          <a:xfrm>
            <a:off x="6715726" y="601149"/>
            <a:ext cx="1360715" cy="85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914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5" grpId="0"/>
      <p:bldP spid="39" grpId="0"/>
      <p:bldP spid="4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2E4FA57-53E2-47C6-AD5A-B89709ADD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812" y="2955821"/>
            <a:ext cx="3762375" cy="2476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5BC89CF-CDB0-4362-AB5F-ECF8B7AD871A}"/>
                  </a:ext>
                </a:extLst>
              </p:cNvPr>
              <p:cNvSpPr txBox="1"/>
              <p:nvPr/>
            </p:nvSpPr>
            <p:spPr>
              <a:xfrm>
                <a:off x="4004721" y="2439425"/>
                <a:ext cx="418255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p>
                      </m:sSup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−3</m:t>
                      </m:r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−144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+432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5BC89CF-CDB0-4362-AB5F-ECF8B7AD8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4721" y="2439425"/>
                <a:ext cx="4182555" cy="369332"/>
              </a:xfrm>
              <a:prstGeom prst="rect">
                <a:avLst/>
              </a:prstGeom>
              <a:blipFill>
                <a:blip r:embed="rId3"/>
                <a:stretch>
                  <a:fillRect l="-2187" r="-1312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itle 1">
            <a:extLst>
              <a:ext uri="{FF2B5EF4-FFF2-40B4-BE49-F238E27FC236}">
                <a16:creationId xmlns:a16="http://schemas.microsoft.com/office/drawing/2014/main" id="{6286AFF6-5AFF-441E-8235-EAFA3B72D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Example function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FF2BE4F-1DC5-4E7E-9DA7-135AF2E6E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815" y="601149"/>
            <a:ext cx="5133277" cy="85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4729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203B52-6263-487D-833C-877F992AD7D2}"/>
                  </a:ext>
                </a:extLst>
              </p:cNvPr>
              <p:cNvSpPr txBox="1"/>
              <p:nvPr/>
            </p:nvSpPr>
            <p:spPr>
              <a:xfrm>
                <a:off x="7694628" y="2912604"/>
                <a:ext cx="21378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p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=6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−6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203B52-6263-487D-833C-877F992AD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628" y="2912604"/>
                <a:ext cx="2137829" cy="369332"/>
              </a:xfrm>
              <a:prstGeom prst="rect">
                <a:avLst/>
              </a:prstGeom>
              <a:blipFill>
                <a:blip r:embed="rId2"/>
                <a:stretch>
                  <a:fillRect l="-4558" r="-3134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C3B7570-4378-43E2-A7E5-9A66FF9C8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055" y="3429000"/>
            <a:ext cx="3800475" cy="2476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431E915-889B-4989-A9B9-AA0D47A333F4}"/>
                  </a:ext>
                </a:extLst>
              </p:cNvPr>
              <p:cNvSpPr txBox="1"/>
              <p:nvPr/>
            </p:nvSpPr>
            <p:spPr>
              <a:xfrm>
                <a:off x="2061450" y="2912604"/>
                <a:ext cx="32564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p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=3</m:t>
                      </m:r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−6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−144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431E915-889B-4989-A9B9-AA0D47A33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450" y="2912604"/>
                <a:ext cx="3256404" cy="369332"/>
              </a:xfrm>
              <a:prstGeom prst="rect">
                <a:avLst/>
              </a:prstGeom>
              <a:blipFill>
                <a:blip r:embed="rId4"/>
                <a:stretch>
                  <a:fillRect l="-2809" r="-2060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CB6DEC19-15A5-4B71-B3F1-143F1CE299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9327" y="3429000"/>
            <a:ext cx="3733800" cy="2428875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9A937C8E-EB29-4D42-A59B-8E88E5877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function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7DFD4D1-1591-4F4F-8E4F-C705B2591DF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46356"/>
          <a:stretch/>
        </p:blipFill>
        <p:spPr>
          <a:xfrm>
            <a:off x="8556451" y="244512"/>
            <a:ext cx="2797350" cy="182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3657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7166BB4-A582-4204-A85F-E9B03F730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4455" y="218471"/>
            <a:ext cx="3277359" cy="13255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203B52-6263-487D-833C-877F992AD7D2}"/>
                  </a:ext>
                </a:extLst>
              </p:cNvPr>
              <p:cNvSpPr txBox="1"/>
              <p:nvPr/>
            </p:nvSpPr>
            <p:spPr>
              <a:xfrm>
                <a:off x="508624" y="4589440"/>
                <a:ext cx="4396075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61B86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61B86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p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61B86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61B86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61B86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61B86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=6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61B86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61B86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−6</m:t>
                      </m:r>
                    </m:oMath>
                  </m:oMathPara>
                </a14:m>
                <a:b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1B86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</a:b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61B86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1B86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(Value represented as slope of line)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203B52-6263-487D-833C-877F992AD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624" y="4589440"/>
                <a:ext cx="4396075" cy="738664"/>
              </a:xfrm>
              <a:prstGeom prst="rect">
                <a:avLst/>
              </a:prstGeom>
              <a:blipFill>
                <a:blip r:embed="rId3"/>
                <a:stretch>
                  <a:fillRect l="-4155" r="-3047" b="-239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431E915-889B-4989-A9B9-AA0D47A333F4}"/>
                  </a:ext>
                </a:extLst>
              </p:cNvPr>
              <p:cNvSpPr txBox="1"/>
              <p:nvPr/>
            </p:nvSpPr>
            <p:spPr>
              <a:xfrm>
                <a:off x="1078459" y="3775845"/>
                <a:ext cx="32564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963B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963B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p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963B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963B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963B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963B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=3</m:t>
                      </m:r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963B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963B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963B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963B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−6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963B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963B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−144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431E915-889B-4989-A9B9-AA0D47A33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459" y="3775845"/>
                <a:ext cx="3256404" cy="369332"/>
              </a:xfrm>
              <a:prstGeom prst="rect">
                <a:avLst/>
              </a:prstGeom>
              <a:blipFill>
                <a:blip r:embed="rId4"/>
                <a:stretch>
                  <a:fillRect l="-2996" r="-1873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3A0FE6-7F7C-44EF-8F7B-AD9E7DBCB5B0}"/>
                  </a:ext>
                </a:extLst>
              </p:cNvPr>
              <p:cNvSpPr txBox="1"/>
              <p:nvPr/>
            </p:nvSpPr>
            <p:spPr>
              <a:xfrm>
                <a:off x="615384" y="2962250"/>
                <a:ext cx="418255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5397C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397C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397C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5397C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397C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397C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397C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p>
                      </m:sSup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5397C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−3</m:t>
                      </m:r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397C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397C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397C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5397C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−144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5397C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5397C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+432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5397C6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3A0FE6-7F7C-44EF-8F7B-AD9E7DBCB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84" y="2962250"/>
                <a:ext cx="4182555" cy="369332"/>
              </a:xfrm>
              <a:prstGeom prst="rect">
                <a:avLst/>
              </a:prstGeom>
              <a:blipFill>
                <a:blip r:embed="rId5"/>
                <a:stretch>
                  <a:fillRect l="-2187" r="-1312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AAC5339-BA96-4E71-BF35-5406B7A24D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5847" y="2469319"/>
            <a:ext cx="2614619" cy="16548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A54791-45B5-485B-A8FB-BB50A0EA38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8518" y="2449461"/>
            <a:ext cx="2614619" cy="16746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2316F3D-9247-4D0A-9461-0B2FB72198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2751" y="4589440"/>
            <a:ext cx="2647715" cy="16746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FDE47E-A1CF-40EE-8031-4C612681C6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21899" y="4602679"/>
            <a:ext cx="2621238" cy="16614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71F3B6-3E58-4ADE-B06D-762CEDE828C6}"/>
                  </a:ext>
                </a:extLst>
              </p:cNvPr>
              <p:cNvSpPr txBox="1"/>
              <p:nvPr/>
            </p:nvSpPr>
            <p:spPr>
              <a:xfrm>
                <a:off x="6261036" y="2008981"/>
                <a:ext cx="13442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=−6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71F3B6-3E58-4ADE-B06D-762CEDE82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36" y="2008981"/>
                <a:ext cx="1344240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5766C4E-3102-499F-A223-BD5C4A918133}"/>
                  </a:ext>
                </a:extLst>
              </p:cNvPr>
              <p:cNvSpPr txBox="1"/>
              <p:nvPr/>
            </p:nvSpPr>
            <p:spPr>
              <a:xfrm>
                <a:off x="9563708" y="2022572"/>
                <a:ext cx="13442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=−8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5766C4E-3102-499F-A223-BD5C4A918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3708" y="2022572"/>
                <a:ext cx="1344240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88E0200-CBE2-40A3-98CE-7974587401DF}"/>
                  </a:ext>
                </a:extLst>
              </p:cNvPr>
              <p:cNvSpPr txBox="1"/>
              <p:nvPr/>
            </p:nvSpPr>
            <p:spPr>
              <a:xfrm>
                <a:off x="6180297" y="4240892"/>
                <a:ext cx="150571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=−7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88E0200-CBE2-40A3-98CE-797458740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0297" y="4240892"/>
                <a:ext cx="1505718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55257A4-8544-40D9-A314-CD54F6E223D0}"/>
                  </a:ext>
                </a:extLst>
              </p:cNvPr>
              <p:cNvSpPr txBox="1"/>
              <p:nvPr/>
            </p:nvSpPr>
            <p:spPr>
              <a:xfrm>
                <a:off x="9479659" y="4246436"/>
                <a:ext cx="150571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=4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55257A4-8544-40D9-A314-CD54F6E22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9659" y="4246436"/>
                <a:ext cx="1505718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itle 12">
            <a:extLst>
              <a:ext uri="{FF2B5EF4-FFF2-40B4-BE49-F238E27FC236}">
                <a16:creationId xmlns:a16="http://schemas.microsoft.com/office/drawing/2014/main" id="{09414BCB-876A-4E2C-BE03-C65E5AC81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Example function</a:t>
            </a:r>
          </a:p>
        </p:txBody>
      </p:sp>
    </p:spTree>
    <p:extLst>
      <p:ext uri="{BB962C8B-B14F-4D97-AF65-F5344CB8AC3E}">
        <p14:creationId xmlns:p14="http://schemas.microsoft.com/office/powerpoint/2010/main" val="65701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2014</Words>
  <Application>Microsoft Macintosh PowerPoint</Application>
  <PresentationFormat>Widescreen</PresentationFormat>
  <Paragraphs>325</Paragraphs>
  <Slides>47</Slides>
  <Notes>8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Arial</vt:lpstr>
      <vt:lpstr>Calibri</vt:lpstr>
      <vt:lpstr>Calibri Light</vt:lpstr>
      <vt:lpstr>Cambria Math</vt:lpstr>
      <vt:lpstr>Courier New</vt:lpstr>
      <vt:lpstr>Office Theme</vt:lpstr>
      <vt:lpstr>Iterative Methods</vt:lpstr>
      <vt:lpstr>PowerPoint Presentation</vt:lpstr>
      <vt:lpstr>Approaches for Optimizing Model Parameters</vt:lpstr>
      <vt:lpstr>Iterative Method – Gradient Descent</vt:lpstr>
      <vt:lpstr>What is Gradient Descent?</vt:lpstr>
      <vt:lpstr>What is Gradient Descent?</vt:lpstr>
      <vt:lpstr>What is Gradient Descent?</vt:lpstr>
      <vt:lpstr>Gradient Descent update step</vt:lpstr>
      <vt:lpstr>Gradient Descent update step</vt:lpstr>
      <vt:lpstr>Understanding the update step</vt:lpstr>
      <vt:lpstr>Understanding the update step</vt:lpstr>
      <vt:lpstr>Understanding the update step</vt:lpstr>
      <vt:lpstr>Understanding the update step</vt:lpstr>
      <vt:lpstr>Understanding the update step</vt:lpstr>
      <vt:lpstr>Understanding the learning rate</vt:lpstr>
      <vt:lpstr>Understanding the learning rate</vt:lpstr>
      <vt:lpstr>Understanding the learning rate</vt:lpstr>
      <vt:lpstr>Gradient Descent</vt:lpstr>
      <vt:lpstr>What if the function is non-convex?</vt:lpstr>
      <vt:lpstr>What if the function is non-convex?</vt:lpstr>
      <vt:lpstr>What if the function is non-convex?</vt:lpstr>
      <vt:lpstr>Gradient Descent – More than one variable</vt:lpstr>
      <vt:lpstr>Gradients of 2D functions</vt:lpstr>
      <vt:lpstr>Gradients of 2D functions</vt:lpstr>
      <vt:lpstr>Gradients of 2D functions</vt:lpstr>
      <vt:lpstr>Gradient Descent – More than one variable</vt:lpstr>
      <vt:lpstr>Training Linear Regression - Analytical</vt:lpstr>
      <vt:lpstr>Training Linear Regression - Analytical</vt:lpstr>
      <vt:lpstr>Training Linear Regression - Numerical</vt:lpstr>
      <vt:lpstr>Some more details</vt:lpstr>
      <vt:lpstr>Other Iterative Methods</vt:lpstr>
      <vt:lpstr>Iterative Methods</vt:lpstr>
      <vt:lpstr>Iterative Methods</vt:lpstr>
      <vt:lpstr>Iterative Methods (Dissection of)</vt:lpstr>
      <vt:lpstr>Iterative Methods</vt:lpstr>
      <vt:lpstr>Comparison</vt:lpstr>
      <vt:lpstr>Comparison</vt:lpstr>
      <vt:lpstr>Comparison</vt:lpstr>
      <vt:lpstr>Other Iterative Methods (optional)</vt:lpstr>
      <vt:lpstr>Key questions for algorithm to work</vt:lpstr>
      <vt:lpstr>Extra Example</vt:lpstr>
      <vt:lpstr>Example function</vt:lpstr>
      <vt:lpstr>Derivative (gradient) term</vt:lpstr>
      <vt:lpstr>Step Size term</vt:lpstr>
      <vt:lpstr>Example function</vt:lpstr>
      <vt:lpstr>Example function</vt:lpstr>
      <vt:lpstr>Example function</vt:lpstr>
    </vt:vector>
  </TitlesOfParts>
  <Company>Milwaukee School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Iterative Methods</dc:title>
  <dc:creator>Salami, Hawraa</dc:creator>
  <cp:lastModifiedBy>Bukowy, John</cp:lastModifiedBy>
  <cp:revision>3</cp:revision>
  <dcterms:created xsi:type="dcterms:W3CDTF">2022-10-26T00:34:36Z</dcterms:created>
  <dcterms:modified xsi:type="dcterms:W3CDTF">2024-04-01T12:00:42Z</dcterms:modified>
</cp:coreProperties>
</file>